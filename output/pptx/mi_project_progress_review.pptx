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80000"/>
      </a:lnSpc>
      <a:spcBef>
        <a:spcPts val="3600"/>
      </a:spcBef>
      <a:spcAft>
        <a:spcPts val="0"/>
      </a:spcAft>
      <a:buClrTx/>
      <a:buSzTx/>
      <a:buFontTx/>
      <a:buNone/>
      <a:tabLst/>
      <a:defRPr b="0" baseline="0" cap="none" i="0" spc="-42" strike="noStrike" sz="4200" u="none" kumimoji="0" normalizeH="0">
        <a:ln>
          <a:noFill/>
        </a:ln>
        <a:solidFill>
          <a:srgbClr val="000000"/>
        </a:solidFill>
        <a:effectLst/>
        <a:uFillTx/>
        <a:latin typeface="Founders Grotesk Text"/>
        <a:ea typeface="Founders Grotesk Text"/>
        <a:cs typeface="Founders Grotesk Text"/>
        <a:sym typeface="Founders Grotesk Text"/>
      </a:defRPr>
    </a:lvl1pPr>
    <a:lvl2pPr marL="0" marR="0" indent="457200" algn="l" defTabSz="825500" rtl="0" fontAlgn="auto" latinLnBrk="0" hangingPunct="0">
      <a:lnSpc>
        <a:spcPct val="80000"/>
      </a:lnSpc>
      <a:spcBef>
        <a:spcPts val="3600"/>
      </a:spcBef>
      <a:spcAft>
        <a:spcPts val="0"/>
      </a:spcAft>
      <a:buClrTx/>
      <a:buSzTx/>
      <a:buFontTx/>
      <a:buNone/>
      <a:tabLst/>
      <a:defRPr b="0" baseline="0" cap="none" i="0" spc="-42" strike="noStrike" sz="4200" u="none" kumimoji="0" normalizeH="0">
        <a:ln>
          <a:noFill/>
        </a:ln>
        <a:solidFill>
          <a:srgbClr val="000000"/>
        </a:solidFill>
        <a:effectLst/>
        <a:uFillTx/>
        <a:latin typeface="Founders Grotesk Text"/>
        <a:ea typeface="Founders Grotesk Text"/>
        <a:cs typeface="Founders Grotesk Text"/>
        <a:sym typeface="Founders Grotesk Text"/>
      </a:defRPr>
    </a:lvl2pPr>
    <a:lvl3pPr marL="0" marR="0" indent="914400" algn="l" defTabSz="825500" rtl="0" fontAlgn="auto" latinLnBrk="0" hangingPunct="0">
      <a:lnSpc>
        <a:spcPct val="80000"/>
      </a:lnSpc>
      <a:spcBef>
        <a:spcPts val="3600"/>
      </a:spcBef>
      <a:spcAft>
        <a:spcPts val="0"/>
      </a:spcAft>
      <a:buClrTx/>
      <a:buSzTx/>
      <a:buFontTx/>
      <a:buNone/>
      <a:tabLst/>
      <a:defRPr b="0" baseline="0" cap="none" i="0" spc="-42" strike="noStrike" sz="4200" u="none" kumimoji="0" normalizeH="0">
        <a:ln>
          <a:noFill/>
        </a:ln>
        <a:solidFill>
          <a:srgbClr val="000000"/>
        </a:solidFill>
        <a:effectLst/>
        <a:uFillTx/>
        <a:latin typeface="Founders Grotesk Text"/>
        <a:ea typeface="Founders Grotesk Text"/>
        <a:cs typeface="Founders Grotesk Text"/>
        <a:sym typeface="Founders Grotesk Text"/>
      </a:defRPr>
    </a:lvl3pPr>
    <a:lvl4pPr marL="0" marR="0" indent="1371600" algn="l" defTabSz="825500" rtl="0" fontAlgn="auto" latinLnBrk="0" hangingPunct="0">
      <a:lnSpc>
        <a:spcPct val="80000"/>
      </a:lnSpc>
      <a:spcBef>
        <a:spcPts val="3600"/>
      </a:spcBef>
      <a:spcAft>
        <a:spcPts val="0"/>
      </a:spcAft>
      <a:buClrTx/>
      <a:buSzTx/>
      <a:buFontTx/>
      <a:buNone/>
      <a:tabLst/>
      <a:defRPr b="0" baseline="0" cap="none" i="0" spc="-42" strike="noStrike" sz="4200" u="none" kumimoji="0" normalizeH="0">
        <a:ln>
          <a:noFill/>
        </a:ln>
        <a:solidFill>
          <a:srgbClr val="000000"/>
        </a:solidFill>
        <a:effectLst/>
        <a:uFillTx/>
        <a:latin typeface="Founders Grotesk Text"/>
        <a:ea typeface="Founders Grotesk Text"/>
        <a:cs typeface="Founders Grotesk Text"/>
        <a:sym typeface="Founders Grotesk Text"/>
      </a:defRPr>
    </a:lvl4pPr>
    <a:lvl5pPr marL="0" marR="0" indent="1828800" algn="l" defTabSz="825500" rtl="0" fontAlgn="auto" latinLnBrk="0" hangingPunct="0">
      <a:lnSpc>
        <a:spcPct val="80000"/>
      </a:lnSpc>
      <a:spcBef>
        <a:spcPts val="3600"/>
      </a:spcBef>
      <a:spcAft>
        <a:spcPts val="0"/>
      </a:spcAft>
      <a:buClrTx/>
      <a:buSzTx/>
      <a:buFontTx/>
      <a:buNone/>
      <a:tabLst/>
      <a:defRPr b="0" baseline="0" cap="none" i="0" spc="-42" strike="noStrike" sz="4200" u="none" kumimoji="0" normalizeH="0">
        <a:ln>
          <a:noFill/>
        </a:ln>
        <a:solidFill>
          <a:srgbClr val="000000"/>
        </a:solidFill>
        <a:effectLst/>
        <a:uFillTx/>
        <a:latin typeface="Founders Grotesk Text"/>
        <a:ea typeface="Founders Grotesk Text"/>
        <a:cs typeface="Founders Grotesk Text"/>
        <a:sym typeface="Founders Grotesk Text"/>
      </a:defRPr>
    </a:lvl5pPr>
    <a:lvl6pPr marL="0" marR="0" indent="2286000" algn="l" defTabSz="825500" rtl="0" fontAlgn="auto" latinLnBrk="0" hangingPunct="0">
      <a:lnSpc>
        <a:spcPct val="80000"/>
      </a:lnSpc>
      <a:spcBef>
        <a:spcPts val="3600"/>
      </a:spcBef>
      <a:spcAft>
        <a:spcPts val="0"/>
      </a:spcAft>
      <a:buClrTx/>
      <a:buSzTx/>
      <a:buFontTx/>
      <a:buNone/>
      <a:tabLst/>
      <a:defRPr b="0" baseline="0" cap="none" i="0" spc="-42" strike="noStrike" sz="4200" u="none" kumimoji="0" normalizeH="0">
        <a:ln>
          <a:noFill/>
        </a:ln>
        <a:solidFill>
          <a:srgbClr val="000000"/>
        </a:solidFill>
        <a:effectLst/>
        <a:uFillTx/>
        <a:latin typeface="Founders Grotesk Text"/>
        <a:ea typeface="Founders Grotesk Text"/>
        <a:cs typeface="Founders Grotesk Text"/>
        <a:sym typeface="Founders Grotesk Text"/>
      </a:defRPr>
    </a:lvl6pPr>
    <a:lvl7pPr marL="0" marR="0" indent="2743200" algn="l" defTabSz="825500" rtl="0" fontAlgn="auto" latinLnBrk="0" hangingPunct="0">
      <a:lnSpc>
        <a:spcPct val="80000"/>
      </a:lnSpc>
      <a:spcBef>
        <a:spcPts val="3600"/>
      </a:spcBef>
      <a:spcAft>
        <a:spcPts val="0"/>
      </a:spcAft>
      <a:buClrTx/>
      <a:buSzTx/>
      <a:buFontTx/>
      <a:buNone/>
      <a:tabLst/>
      <a:defRPr b="0" baseline="0" cap="none" i="0" spc="-42" strike="noStrike" sz="4200" u="none" kumimoji="0" normalizeH="0">
        <a:ln>
          <a:noFill/>
        </a:ln>
        <a:solidFill>
          <a:srgbClr val="000000"/>
        </a:solidFill>
        <a:effectLst/>
        <a:uFillTx/>
        <a:latin typeface="Founders Grotesk Text"/>
        <a:ea typeface="Founders Grotesk Text"/>
        <a:cs typeface="Founders Grotesk Text"/>
        <a:sym typeface="Founders Grotesk Text"/>
      </a:defRPr>
    </a:lvl7pPr>
    <a:lvl8pPr marL="0" marR="0" indent="3200400" algn="l" defTabSz="825500" rtl="0" fontAlgn="auto" latinLnBrk="0" hangingPunct="0">
      <a:lnSpc>
        <a:spcPct val="80000"/>
      </a:lnSpc>
      <a:spcBef>
        <a:spcPts val="3600"/>
      </a:spcBef>
      <a:spcAft>
        <a:spcPts val="0"/>
      </a:spcAft>
      <a:buClrTx/>
      <a:buSzTx/>
      <a:buFontTx/>
      <a:buNone/>
      <a:tabLst/>
      <a:defRPr b="0" baseline="0" cap="none" i="0" spc="-42" strike="noStrike" sz="4200" u="none" kumimoji="0" normalizeH="0">
        <a:ln>
          <a:noFill/>
        </a:ln>
        <a:solidFill>
          <a:srgbClr val="000000"/>
        </a:solidFill>
        <a:effectLst/>
        <a:uFillTx/>
        <a:latin typeface="Founders Grotesk Text"/>
        <a:ea typeface="Founders Grotesk Text"/>
        <a:cs typeface="Founders Grotesk Text"/>
        <a:sym typeface="Founders Grotesk Text"/>
      </a:defRPr>
    </a:lvl8pPr>
    <a:lvl9pPr marL="0" marR="0" indent="3657600" algn="l" defTabSz="825500" rtl="0" fontAlgn="auto" latinLnBrk="0" hangingPunct="0">
      <a:lnSpc>
        <a:spcPct val="80000"/>
      </a:lnSpc>
      <a:spcBef>
        <a:spcPts val="3600"/>
      </a:spcBef>
      <a:spcAft>
        <a:spcPts val="0"/>
      </a:spcAft>
      <a:buClrTx/>
      <a:buSzTx/>
      <a:buFontTx/>
      <a:buNone/>
      <a:tabLst/>
      <a:defRPr b="0" baseline="0" cap="none" i="0" spc="-42" strike="noStrike" sz="4200" u="none" kumimoji="0" normalizeH="0">
        <a:ln>
          <a:noFill/>
        </a:ln>
        <a:solidFill>
          <a:srgbClr val="000000"/>
        </a:solidFill>
        <a:effectLst/>
        <a:uFillTx/>
        <a:latin typeface="Founders Grotesk Text"/>
        <a:ea typeface="Founders Grotesk Text"/>
        <a:cs typeface="Founders Grotesk Text"/>
        <a:sym typeface="Founders Grotesk Tex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Founders Grotesk"/>
          <a:ea typeface="Founders Grotesk"/>
          <a:cs typeface="Founders Grotesk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53585F"/>
        </a:fontRef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381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53585F"/>
        </a:fontRef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381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53585F"/>
        </a:fontRef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381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Founders Grotesk"/>
          <a:ea typeface="Founders Grotesk"/>
          <a:cs typeface="Founders Grotesk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3A39E5"/>
        </a:fontRef>
        <a:srgbClr val="3A39E5"/>
      </a:tcTxStyle>
      <a:tcStyle>
        <a:tcBdr>
          <a:left>
            <a:ln w="12700" cap="flat">
              <a:solidFill>
                <a:srgbClr val="525760"/>
              </a:solidFill>
              <a:prstDash val="solid"/>
              <a:miter lim="400000"/>
            </a:ln>
          </a:left>
          <a:right>
            <a:ln w="38100" cap="flat">
              <a:solidFill>
                <a:schemeClr val="accent1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Founders Grotesk"/>
          <a:ea typeface="Founders Grotesk"/>
          <a:cs typeface="Founders Grotesk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/>
              </a:solidFill>
              <a:prstDash val="solid"/>
              <a:miter lim="400000"/>
            </a:ln>
          </a:top>
          <a:bottom>
            <a:ln w="12700" cap="flat">
              <a:solidFill>
                <a:srgbClr val="525760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525760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Founders Grotesk"/>
          <a:ea typeface="Founders Grotesk"/>
          <a:cs typeface="Founders Grotesk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AEAEA"/>
          </a:solidFill>
        </a:fill>
      </a:tcStyle>
    </a:band2H>
    <a:firstCol>
      <a:tcTxStyle b="off" i="off">
        <a:font>
          <a:latin typeface="Founders Grotesk Medium"/>
          <a:ea typeface="Founders Grotesk Medium"/>
          <a:cs typeface="Founders Grotesk Medium"/>
        </a:font>
        <a:srgbClr val="53575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solidFill>
            <a:schemeClr val="accent4"/>
          </a:solidFill>
        </a:fill>
      </a:tcStyle>
    </a:firstCol>
    <a:lastRow>
      <a:tcTxStyle b="off" i="off">
        <a:font>
          <a:latin typeface="Founders Grotesk"/>
          <a:ea typeface="Founders Grotesk"/>
          <a:cs typeface="Founders Grotesk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381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Founders Grotesk Medium"/>
          <a:ea typeface="Founders Grotesk Medium"/>
          <a:cs typeface="Founders Grotesk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54585E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45357"/>
              <a:satOff val="2412"/>
              <a:lumOff val="-28753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Founders Grotesk"/>
          <a:ea typeface="Founders Grotesk"/>
          <a:cs typeface="Founders Grotesk"/>
        </a:font>
        <a:srgbClr val="53585F"/>
      </a:tcTxStyle>
      <a:tcStyle>
        <a:tcBdr>
          <a:left>
            <a:ln w="12700" cap="flat">
              <a:solidFill>
                <a:srgbClr val="545A62"/>
              </a:solidFill>
              <a:prstDash val="solid"/>
              <a:miter lim="400000"/>
            </a:ln>
          </a:left>
          <a:right>
            <a:ln w="12700" cap="flat">
              <a:solidFill>
                <a:srgbClr val="545A62"/>
              </a:solidFill>
              <a:prstDash val="solid"/>
              <a:miter lim="400000"/>
            </a:ln>
          </a:right>
          <a:top>
            <a:ln w="12700" cap="flat">
              <a:solidFill>
                <a:srgbClr val="545A62"/>
              </a:solidFill>
              <a:prstDash val="solid"/>
              <a:miter lim="400000"/>
            </a:ln>
          </a:top>
          <a:bottom>
            <a:ln w="12700" cap="flat">
              <a:solidFill>
                <a:srgbClr val="545A62"/>
              </a:solidFill>
              <a:prstDash val="solid"/>
              <a:miter lim="400000"/>
            </a:ln>
          </a:bottom>
          <a:insideH>
            <a:ln w="12700" cap="flat">
              <a:solidFill>
                <a:srgbClr val="545A62"/>
              </a:solidFill>
              <a:prstDash val="solid"/>
              <a:miter lim="400000"/>
            </a:ln>
          </a:insideH>
          <a:insideV>
            <a:ln w="12700" cap="flat">
              <a:solidFill>
                <a:srgbClr val="545A6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9FAFF"/>
          </a:solidFill>
        </a:fill>
      </a:tcStyle>
    </a:band2H>
    <a:firstCol>
      <a:tcTxStyle b="off" i="off">
        <a:font>
          <a:latin typeface="Founders Grotesk Medium"/>
          <a:ea typeface="Founders Grotesk Medium"/>
          <a:cs typeface="Founders Grotesk Medium"/>
        </a:font>
        <a:srgbClr val="53575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38100" cap="flat">
              <a:solidFill>
                <a:srgbClr val="545A62"/>
              </a:solidFill>
              <a:prstDash val="solid"/>
              <a:miter lim="400000"/>
            </a:ln>
          </a:right>
          <a:top>
            <a:ln w="12700" cap="flat">
              <a:solidFill>
                <a:srgbClr val="555A61"/>
              </a:solidFill>
              <a:prstDash val="solid"/>
              <a:miter lim="400000"/>
            </a:ln>
          </a:top>
          <a:bottom>
            <a:ln w="12700" cap="flat">
              <a:solidFill>
                <a:srgbClr val="555A61"/>
              </a:solidFill>
              <a:prstDash val="solid"/>
              <a:miter lim="400000"/>
            </a:ln>
          </a:bottom>
          <a:insideH>
            <a:ln w="12700" cap="flat">
              <a:solidFill>
                <a:srgbClr val="555A61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527787"/>
              <a:satOff val="-26837"/>
              <a:lumOff val="15324"/>
            </a:schemeClr>
          </a:solidFill>
        </a:fill>
      </a:tcStyle>
    </a:firstCol>
    <a:lastRow>
      <a:tcTxStyle b="off" i="off">
        <a:font>
          <a:latin typeface="Founders Grotesk"/>
          <a:ea typeface="Founders Grotesk"/>
          <a:cs typeface="Founders Grotesk"/>
        </a:font>
        <a:srgbClr val="53585F"/>
      </a:tcTxStyle>
      <a:tcStyle>
        <a:tcBdr>
          <a:left>
            <a:ln w="12700" cap="flat">
              <a:solidFill>
                <a:srgbClr val="545A62"/>
              </a:solidFill>
              <a:prstDash val="solid"/>
              <a:miter lim="400000"/>
            </a:ln>
          </a:left>
          <a:right>
            <a:ln w="12700" cap="flat">
              <a:solidFill>
                <a:srgbClr val="545A62"/>
              </a:solidFill>
              <a:prstDash val="solid"/>
              <a:miter lim="400000"/>
            </a:ln>
          </a:right>
          <a:top>
            <a:ln w="38100" cap="flat">
              <a:solidFill>
                <a:srgbClr val="545A62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45A62"/>
              </a:solidFill>
              <a:prstDash val="solid"/>
              <a:miter lim="400000"/>
            </a:ln>
          </a:insideH>
          <a:insideV>
            <a:ln w="12700" cap="flat">
              <a:solidFill>
                <a:srgbClr val="545A6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Founders Grotesk Medium"/>
          <a:ea typeface="Founders Grotesk Medium"/>
          <a:cs typeface="Founders Grotesk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38100" cap="flat">
              <a:solidFill>
                <a:srgbClr val="545A62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1238625"/>
              <a:satOff val="-6134"/>
              <a:lumOff val="8689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Founders Grotesk"/>
          <a:ea typeface="Founders Grotesk"/>
          <a:cs typeface="Founders Grotesk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6F4E4"/>
          </a:solidFill>
        </a:fill>
      </a:tcStyle>
    </a:band2H>
    <a:firstCol>
      <a:tcTxStyle b="off" i="off">
        <a:font>
          <a:latin typeface="Founders Grotesk Medium"/>
          <a:ea typeface="Founders Grotesk Medium"/>
          <a:cs typeface="Founders Grotesk Medium"/>
        </a:font>
        <a:srgbClr val="5357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381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solidFill>
            <a:schemeClr val="accent5">
              <a:hueOff val="503731"/>
              <a:lumOff val="7092"/>
            </a:schemeClr>
          </a:solidFill>
        </a:fill>
      </a:tcStyle>
    </a:firstCol>
    <a:lastRow>
      <a:tcTxStyle b="off" i="off">
        <a:font>
          <a:latin typeface="Founders Grotesk"/>
          <a:ea typeface="Founders Grotesk"/>
          <a:cs typeface="Founders Grotesk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38100" cap="flat">
              <a:solidFill>
                <a:srgbClr val="54585E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Founders Grotesk Medium"/>
          <a:ea typeface="Founders Grotesk Medium"/>
          <a:cs typeface="Founders Grotesk Medium"/>
        </a:font>
        <a:srgbClr val="53575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381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4585E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Founders Grotesk"/>
          <a:ea typeface="Founders Grotesk"/>
          <a:cs typeface="Founders Grotesk"/>
        </a:font>
        <a:srgbClr val="53585F"/>
      </a:tcTxStyle>
      <a:tcStyle>
        <a:tcBdr>
          <a:left>
            <a:ln w="12700" cap="flat">
              <a:solidFill>
                <a:srgbClr val="A8A8A8"/>
              </a:solidFill>
              <a:prstDash val="solid"/>
              <a:miter lim="400000"/>
            </a:ln>
          </a:left>
          <a:right>
            <a:ln w="12700" cap="flat">
              <a:solidFill>
                <a:srgbClr val="A8A8A8"/>
              </a:solidFill>
              <a:prstDash val="solid"/>
              <a:miter lim="400000"/>
            </a:ln>
          </a:right>
          <a:top>
            <a:ln w="12700" cap="flat">
              <a:solidFill>
                <a:srgbClr val="A8A8A8"/>
              </a:solidFill>
              <a:prstDash val="solid"/>
              <a:miter lim="400000"/>
            </a:ln>
          </a:top>
          <a:bottom>
            <a:ln w="12700" cap="flat">
              <a:solidFill>
                <a:srgbClr val="A8A8A8"/>
              </a:solidFill>
              <a:prstDash val="solid"/>
              <a:miter lim="400000"/>
            </a:ln>
          </a:bottom>
          <a:insideH>
            <a:ln w="12700" cap="flat">
              <a:solidFill>
                <a:srgbClr val="A8A8A8"/>
              </a:solidFill>
              <a:prstDash val="solid"/>
              <a:miter lim="400000"/>
            </a:ln>
          </a:insideH>
          <a:insideV>
            <a:ln w="12700" cap="flat">
              <a:solidFill>
                <a:srgbClr val="A8A8A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CDEE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5666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56667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EBEB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38100" cap="flat">
              <a:solidFill>
                <a:srgbClr val="656667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A8A8A9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149623"/>
          <c:y val="0.0663899"/>
          <c:w val="0.834895"/>
          <c:h val="0.82448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Result</c:v>
                </c:pt>
              </c:strCache>
            </c:strRef>
          </c:tx>
          <c:spPr>
            <a:solidFill>
              <a:schemeClr val="accent2">
                <a:hueOff val="45357"/>
                <a:satOff val="2412"/>
                <a:lumOff val="-28753"/>
              </a:schemeClr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5000" u="none">
                    <a:solidFill>
                      <a:srgbClr val="FFFFFF"/>
                    </a:solidFill>
                    <a:latin typeface="Founders Grotesk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Sheet1!$B$1:$C$1</c:f>
              <c:strCache>
                <c:ptCount val="2"/>
                <c:pt idx="0">
                  <c:v>Random beats</c:v>
                </c:pt>
                <c:pt idx="1">
                  <c:v>Unseen patients</c:v>
                </c:pt>
              </c:strCache>
            </c:strRef>
          </c:cat>
          <c:val>
            <c:numRef>
              <c:f>Sheet1!$B$2:$C$2</c:f>
              <c:numCache>
                <c:ptCount val="2"/>
                <c:pt idx="0">
                  <c:v>99.140000</c:v>
                </c:pt>
                <c:pt idx="1">
                  <c:v>41.390000</c:v>
                </c:pt>
              </c:numCache>
            </c:numRef>
          </c:val>
        </c:ser>
        <c:gapWidth val="4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majorGridlines>
          <c:spPr>
            <a:ln w="12700" cap="flat">
              <a:solidFill>
                <a:srgbClr val="A6AAA9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3400" u="none">
                <a:solidFill>
                  <a:srgbClr val="000000"/>
                </a:solidFill>
                <a:latin typeface="Founders Grotesk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A6AAA9"/>
              </a:solidFill>
              <a:prstDash val="solid"/>
              <a:miter lim="400000"/>
            </a:ln>
          </c:spPr>
        </c:majorGridlines>
        <c:minorGridlines>
          <c:spPr>
            <a:ln w="12700" cap="flat">
              <a:solidFill>
                <a:srgbClr val="A6AAA9"/>
              </a:solidFill>
              <a:custDash>
                <a:ds d="100000" sp="200000"/>
              </a:custDash>
              <a:miter lim="400000"/>
            </a:ln>
          </c:spPr>
        </c:minorGridlines>
        <c:numFmt formatCode="General" sourceLinked="0"/>
        <c:majorTickMark val="none"/>
        <c:minorTickMark val="none"/>
        <c:tickLblPos val="high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3400" u="none">
                <a:solidFill>
                  <a:srgbClr val="000000"/>
                </a:solidFill>
                <a:latin typeface="Founders Grotesk"/>
              </a:defRPr>
            </a:pPr>
          </a:p>
        </c:txPr>
        <c:crossAx val="2094734552"/>
        <c:crosses val="autoZero"/>
        <c:crossBetween val="between"/>
        <c:majorUnit val="25"/>
        <c:minorUnit val="1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218454"/>
          <c:y val="0.0652968"/>
          <c:w val="0.768598"/>
          <c:h val="0.82717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Result</c:v>
                </c:pt>
              </c:strCache>
            </c:strRef>
          </c:tx>
          <c:spPr>
            <a:solidFill>
              <a:schemeClr val="accent2">
                <a:hueOff val="45357"/>
                <a:satOff val="2412"/>
                <a:lumOff val="-28753"/>
              </a:schemeClr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5000" u="none">
                    <a:solidFill>
                      <a:srgbClr val="FFFFFF"/>
                    </a:solidFill>
                    <a:latin typeface="Founders Grotesk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Sheet1!$B$1:$E$1</c:f>
              <c:strCache>
                <c:ptCount val="4"/>
                <c:pt idx="0">
                  <c:v>Tucker + SVM</c:v>
                </c:pt>
                <c:pt idx="1">
                  <c:v>Tucker + RF</c:v>
                </c:pt>
                <c:pt idx="2">
                  <c:v>Tucker + XGBoost</c:v>
                </c:pt>
                <c:pt idx="3">
                  <c:v>Wavelet stats + XGBoost</c:v>
                </c:pt>
              </c:strCache>
            </c:strRef>
          </c:cat>
          <c:val>
            <c:numRef>
              <c:f>Sheet1!$B$2:$E$2</c:f>
              <c:numCache>
                <c:ptCount val="4"/>
                <c:pt idx="0">
                  <c:v>0.366000</c:v>
                </c:pt>
                <c:pt idx="1">
                  <c:v>0.380000</c:v>
                </c:pt>
                <c:pt idx="2">
                  <c:v>0.403000</c:v>
                </c:pt>
                <c:pt idx="3">
                  <c:v>0.487000</c:v>
                </c:pt>
              </c:numCache>
            </c:numRef>
          </c:val>
        </c:ser>
        <c:gapWidth val="40"/>
        <c:overlap val="-1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majorGridlines>
          <c:spPr>
            <a:ln w="12700" cap="flat">
              <a:solidFill>
                <a:srgbClr val="A6AAA9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3400" u="none">
                <a:solidFill>
                  <a:srgbClr val="000000"/>
                </a:solidFill>
                <a:latin typeface="Founders Grotesk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A6AAA9"/>
              </a:solidFill>
              <a:prstDash val="solid"/>
              <a:miter lim="400000"/>
            </a:ln>
          </c:spPr>
        </c:majorGridlines>
        <c:minorGridlines>
          <c:spPr>
            <a:ln w="12700" cap="flat">
              <a:solidFill>
                <a:srgbClr val="A6AAA9"/>
              </a:solidFill>
              <a:custDash>
                <a:ds d="100000" sp="200000"/>
              </a:custDash>
              <a:miter lim="400000"/>
            </a:ln>
          </c:spPr>
        </c:minorGridlines>
        <c:numFmt formatCode="General" sourceLinked="0"/>
        <c:majorTickMark val="none"/>
        <c:minorTickMark val="none"/>
        <c:tickLblPos val="high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3400" u="none">
                <a:solidFill>
                  <a:srgbClr val="000000"/>
                </a:solidFill>
                <a:latin typeface="Founders Grotesk"/>
              </a:defRPr>
            </a:pPr>
          </a:p>
        </c:txPr>
        <c:crossAx val="2094734552"/>
        <c:crosses val="autoZero"/>
        <c:crossBetween val="between"/>
        <c:majorUnit val="0.125"/>
        <c:minorUnit val="0.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" name="Shape 19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Shape 2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Aryan Kumar and Kunal Maka. Project progress as of 22 September 2026. Research code: https://github.com/Kumaryan12/major_project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Shape 2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Source: Zhang et al., IEEE TBME 2023, DOI 10.1109/TBME.2022.3202962. The paper's headline result is under its beat-level setup.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Shape 2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Matched PTB cohort: 178 subjects, 425 records, 60,507 detected beats. Paper reports 60,527. See RESULTS.md and configs/paper.yaml.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9" name="Shape 2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Both values are beat-level accuracy on the 178-subject PTB cohort. Random beat CV lets the same patient contribute to train and test. Patient-grouped CV has zero patient overlap. Full precision: 99.136% and 41.385%. The published result is 99.80%.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5" name="Shape 2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Retained classes: AMI, ALMI, ASMI, IMI, ILMI, HC. See BENCHMARK_RESULTS.md and configs/patient_folds.csv.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1" name="Shape 2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All four results use 164 PTB patients under patient-disjoint evaluation. The wavelet-statistics representation was selected after exploratory ablations on these PTB folds. Nested rerun macro F1: Tucker XGBoost 0.4027; wavelet statistics XGBoost 0.4872. See BENCHMARK_RESULTS.md and ABLATION_RESULTS.md.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7" name="Shape 2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Paired class-stratified bootstrap interval for macro-F1 difference: +0.003 to +0.165. This is not independent validation of the representation choice. See ABLATION_RESULTS.md.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3" name="Shape 2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Strict PTB-XL fold-10 test: 1,185 ECG records, 1,092 patients. Only 5 ALMI test patients and 0 correct ALMI classifications. No PTB-XL tuning. PTB-XL v1.0.3: https://physionet.org/content/ptb-xl/1.0.3/. See EXTERNAL_RESULTS.md.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9" name="Shape 2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All comparisons use the same 164 PTB patients and matched beat positions. The paired bootstrap interval is -0.108 to +0.017. This isolates the Kors conversion within PTB; it cannot explain all PTB-XL differences. See DOMAIN_SHIFT_RESULTS.md.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5" name="Shape 2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Cross-database identity overlap has not been independently verified. External fold 10 has been inspected; any later use should be labeled exploratory unless a new untouched set is obtained.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1" name="Shape 2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deep models and hybrid are proposed work, not yet implemented. Repository: https://github.com/Kumaryan12/major_project. Professor progress report: output/pdf/mi_localization_progress_report.pdf.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"/>
          <p:cNvSpPr/>
          <p:nvPr/>
        </p:nvSpPr>
        <p:spPr>
          <a:xfrm>
            <a:off x="635000" y="12192000"/>
            <a:ext cx="23114000" cy="0"/>
          </a:xfrm>
          <a:prstGeom prst="line">
            <a:avLst/>
          </a:prstGeom>
          <a:ln w="38100">
            <a:solidFill>
              <a:schemeClr val="accent4"/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13" name="Author and Date"/>
          <p:cNvSpPr txBox="1"/>
          <p:nvPr>
            <p:ph type="body" sz="quarter" idx="21" hasCustomPrompt="1"/>
          </p:nvPr>
        </p:nvSpPr>
        <p:spPr>
          <a:xfrm>
            <a:off x="571500" y="12269258"/>
            <a:ext cx="23235147" cy="555245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tabLst/>
              <a:defRPr b="1" cap="all" spc="168" sz="2800">
                <a:solidFill>
                  <a:schemeClr val="accent4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lvl1pPr>
          </a:lstStyle>
          <a:p>
            <a:pPr/>
            <a:r>
              <a:t>Author and Date </a:t>
            </a:r>
          </a:p>
        </p:txBody>
      </p:sp>
      <p:sp>
        <p:nvSpPr>
          <p:cNvPr id="14" name="Line"/>
          <p:cNvSpPr/>
          <p:nvPr/>
        </p:nvSpPr>
        <p:spPr>
          <a:xfrm>
            <a:off x="634956" y="9475085"/>
            <a:ext cx="23114088" cy="1"/>
          </a:xfrm>
          <a:prstGeom prst="line">
            <a:avLst/>
          </a:prstGeom>
          <a:ln w="114300">
            <a:solidFill>
              <a:schemeClr val="accent4"/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15" name="Presentation Title"/>
          <p:cNvSpPr txBox="1"/>
          <p:nvPr>
            <p:ph type="title" hasCustomPrompt="1"/>
          </p:nvPr>
        </p:nvSpPr>
        <p:spPr>
          <a:xfrm>
            <a:off x="571500" y="9525885"/>
            <a:ext cx="23235147" cy="2647065"/>
          </a:xfrm>
          <a:prstGeom prst="rect">
            <a:avLst/>
          </a:prstGeom>
        </p:spPr>
        <p:txBody>
          <a:bodyPr/>
          <a:lstStyle>
            <a:lvl1pPr>
              <a:lnSpc>
                <a:spcPct val="70000"/>
              </a:lnSpc>
              <a:defRPr spc="-300" sz="15000">
                <a:solidFill>
                  <a:srgbClr val="FFFFFF"/>
                </a:solidFill>
                <a:latin typeface="+mn-lt"/>
                <a:ea typeface="+mn-ea"/>
                <a:cs typeface="+mn-cs"/>
                <a:sym typeface="Founders Grotesk Semibold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6" name="Body Level One…"/>
          <p:cNvSpPr txBox="1"/>
          <p:nvPr>
            <p:ph type="body" sz="quarter" idx="1" hasCustomPrompt="1"/>
          </p:nvPr>
        </p:nvSpPr>
        <p:spPr>
          <a:xfrm>
            <a:off x="571500" y="847716"/>
            <a:ext cx="23235147" cy="232410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80000"/>
              </a:lnSpc>
              <a:tabLst/>
              <a:defRPr spc="-79">
                <a:solidFill>
                  <a:schemeClr val="accent4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1pPr>
            <a:lvl2pPr defTabSz="825500">
              <a:lnSpc>
                <a:spcPct val="80000"/>
              </a:lnSpc>
              <a:tabLst/>
              <a:defRPr spc="-79">
                <a:solidFill>
                  <a:schemeClr val="accent4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2pPr>
            <a:lvl3pPr defTabSz="825500">
              <a:lnSpc>
                <a:spcPct val="80000"/>
              </a:lnSpc>
              <a:tabLst/>
              <a:defRPr spc="-79">
                <a:solidFill>
                  <a:schemeClr val="accent4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3pPr>
            <a:lvl4pPr defTabSz="825500">
              <a:lnSpc>
                <a:spcPct val="80000"/>
              </a:lnSpc>
              <a:tabLst/>
              <a:defRPr spc="-79">
                <a:solidFill>
                  <a:schemeClr val="accent4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4pPr>
            <a:lvl5pPr defTabSz="825500">
              <a:lnSpc>
                <a:spcPct val="80000"/>
              </a:lnSpc>
              <a:tabLst/>
              <a:defRPr spc="-79">
                <a:solidFill>
                  <a:schemeClr val="accent4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a turtle swimming underwater"/>
          <p:cNvSpPr/>
          <p:nvPr>
            <p:ph type="pic" idx="21"/>
          </p:nvPr>
        </p:nvSpPr>
        <p:spPr>
          <a:xfrm>
            <a:off x="0" y="-3898900"/>
            <a:ext cx="28587700" cy="1763669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5" name="Author and Date"/>
          <p:cNvSpPr txBox="1"/>
          <p:nvPr>
            <p:ph type="body" sz="quarter" idx="22" hasCustomPrompt="1"/>
          </p:nvPr>
        </p:nvSpPr>
        <p:spPr>
          <a:xfrm>
            <a:off x="571500" y="12269258"/>
            <a:ext cx="23241000" cy="555245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tabLst/>
              <a:defRPr b="1" cap="all" spc="168" sz="28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6" name="Body Level One…"/>
          <p:cNvSpPr txBox="1"/>
          <p:nvPr>
            <p:ph type="body" sz="quarter" idx="1" hasCustomPrompt="1"/>
          </p:nvPr>
        </p:nvSpPr>
        <p:spPr>
          <a:xfrm>
            <a:off x="571500" y="853952"/>
            <a:ext cx="23241000" cy="2321049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80000"/>
              </a:lnSpc>
              <a:tabLst/>
              <a:defRPr spc="-79">
                <a:solidFill>
                  <a:srgbClr val="FFFFFF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1pPr>
            <a:lvl2pPr defTabSz="825500">
              <a:lnSpc>
                <a:spcPct val="80000"/>
              </a:lnSpc>
              <a:tabLst/>
              <a:defRPr spc="-79">
                <a:solidFill>
                  <a:srgbClr val="FFFFFF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2pPr>
            <a:lvl3pPr defTabSz="825500">
              <a:lnSpc>
                <a:spcPct val="80000"/>
              </a:lnSpc>
              <a:tabLst/>
              <a:defRPr spc="-79">
                <a:solidFill>
                  <a:srgbClr val="FFFFFF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3pPr>
            <a:lvl4pPr defTabSz="825500">
              <a:lnSpc>
                <a:spcPct val="80000"/>
              </a:lnSpc>
              <a:tabLst/>
              <a:defRPr spc="-79">
                <a:solidFill>
                  <a:srgbClr val="FFFFFF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4pPr>
            <a:lvl5pPr defTabSz="825500">
              <a:lnSpc>
                <a:spcPct val="80000"/>
              </a:lnSpc>
              <a:tabLst/>
              <a:defRPr spc="-79">
                <a:solidFill>
                  <a:srgbClr val="FFFFFF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7" name="Line"/>
          <p:cNvSpPr/>
          <p:nvPr/>
        </p:nvSpPr>
        <p:spPr>
          <a:xfrm>
            <a:off x="635000" y="12192000"/>
            <a:ext cx="23114000" cy="0"/>
          </a:xfrm>
          <a:prstGeom prst="line">
            <a:avLst/>
          </a:prstGeom>
          <a:ln w="38100">
            <a:solidFill>
              <a:schemeClr val="accent4"/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28" name="Line"/>
          <p:cNvSpPr/>
          <p:nvPr/>
        </p:nvSpPr>
        <p:spPr>
          <a:xfrm>
            <a:off x="634956" y="9475085"/>
            <a:ext cx="23114088" cy="1"/>
          </a:xfrm>
          <a:prstGeom prst="line">
            <a:avLst/>
          </a:prstGeom>
          <a:ln w="114300">
            <a:solidFill>
              <a:schemeClr val="accent4"/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29" name="Presentation Title"/>
          <p:cNvSpPr txBox="1"/>
          <p:nvPr>
            <p:ph type="title" hasCustomPrompt="1"/>
          </p:nvPr>
        </p:nvSpPr>
        <p:spPr>
          <a:xfrm>
            <a:off x="571500" y="9525000"/>
            <a:ext cx="23241000" cy="2641600"/>
          </a:xfrm>
          <a:prstGeom prst="rect">
            <a:avLst/>
          </a:prstGeom>
        </p:spPr>
        <p:txBody>
          <a:bodyPr/>
          <a:lstStyle>
            <a:lvl1pPr>
              <a:lnSpc>
                <a:spcPct val="70000"/>
              </a:lnSpc>
              <a:defRPr spc="-300" sz="15000">
                <a:solidFill>
                  <a:srgbClr val="FFFFFF"/>
                </a:solidFill>
                <a:latin typeface="+mn-lt"/>
                <a:ea typeface="+mn-ea"/>
                <a:cs typeface="+mn-cs"/>
                <a:sym typeface="Founders Grotesk Semibold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xfrm>
            <a:off x="23431499" y="12824502"/>
            <a:ext cx="371756" cy="55524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Photo 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ea turtle swimming underwater with a school of fish"/>
          <p:cNvSpPr/>
          <p:nvPr>
            <p:ph type="pic" idx="21"/>
          </p:nvPr>
        </p:nvSpPr>
        <p:spPr>
          <a:xfrm>
            <a:off x="9626600" y="-1"/>
            <a:ext cx="21901492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8" name="Line"/>
          <p:cNvSpPr/>
          <p:nvPr/>
        </p:nvSpPr>
        <p:spPr>
          <a:xfrm>
            <a:off x="635000" y="12192000"/>
            <a:ext cx="23114000" cy="0"/>
          </a:xfrm>
          <a:prstGeom prst="line">
            <a:avLst/>
          </a:prstGeom>
          <a:ln w="38100">
            <a:solidFill>
              <a:schemeClr val="accent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39" name="Line"/>
          <p:cNvSpPr/>
          <p:nvPr/>
        </p:nvSpPr>
        <p:spPr>
          <a:xfrm>
            <a:off x="639142" y="692907"/>
            <a:ext cx="23114001" cy="1"/>
          </a:xfrm>
          <a:prstGeom prst="line">
            <a:avLst/>
          </a:prstGeom>
          <a:ln w="114300">
            <a:solidFill>
              <a:schemeClr val="accent4"/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40" name="Author and Date"/>
          <p:cNvSpPr txBox="1"/>
          <p:nvPr>
            <p:ph type="body" sz="quarter" idx="22" hasCustomPrompt="1"/>
          </p:nvPr>
        </p:nvSpPr>
        <p:spPr>
          <a:xfrm>
            <a:off x="571500" y="12269258"/>
            <a:ext cx="11049000" cy="555245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tabLst/>
              <a:defRPr b="1" cap="all" spc="168" sz="2800">
                <a:solidFill>
                  <a:schemeClr val="accent1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41" name="Slide Title"/>
          <p:cNvSpPr txBox="1"/>
          <p:nvPr>
            <p:ph type="title" hasCustomPrompt="1"/>
          </p:nvPr>
        </p:nvSpPr>
        <p:spPr>
          <a:xfrm>
            <a:off x="571500" y="4770137"/>
            <a:ext cx="11049000" cy="7036978"/>
          </a:xfrm>
          <a:prstGeom prst="rect">
            <a:avLst/>
          </a:prstGeom>
        </p:spPr>
        <p:txBody>
          <a:bodyPr/>
          <a:lstStyle>
            <a:lvl1pPr>
              <a:defRPr spc="-300" sz="15000">
                <a:solidFill>
                  <a:schemeClr val="accent1"/>
                </a:solidFill>
                <a:latin typeface="+mn-lt"/>
                <a:ea typeface="+mn-ea"/>
                <a:cs typeface="+mn-cs"/>
                <a:sym typeface="Founders Grotesk Semibold"/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Bulle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Line"/>
          <p:cNvSpPr/>
          <p:nvPr/>
        </p:nvSpPr>
        <p:spPr>
          <a:xfrm>
            <a:off x="635000" y="12192000"/>
            <a:ext cx="23114000" cy="0"/>
          </a:xfrm>
          <a:prstGeom prst="line">
            <a:avLst/>
          </a:prstGeom>
          <a:ln w="38100">
            <a:solidFill>
              <a:schemeClr val="accent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50" name="Line"/>
          <p:cNvSpPr/>
          <p:nvPr/>
        </p:nvSpPr>
        <p:spPr>
          <a:xfrm>
            <a:off x="639142" y="692907"/>
            <a:ext cx="23114001" cy="1"/>
          </a:xfrm>
          <a:prstGeom prst="line">
            <a:avLst/>
          </a:prstGeom>
          <a:ln w="114300">
            <a:solidFill>
              <a:schemeClr val="accent4"/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51" name="Author and Date"/>
          <p:cNvSpPr txBox="1"/>
          <p:nvPr>
            <p:ph type="body" sz="quarter" idx="21" hasCustomPrompt="1"/>
          </p:nvPr>
        </p:nvSpPr>
        <p:spPr>
          <a:xfrm>
            <a:off x="571500" y="12269258"/>
            <a:ext cx="23241000" cy="555245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tabLst/>
              <a:defRPr b="1" cap="all" spc="168" sz="2800">
                <a:solidFill>
                  <a:schemeClr val="accent1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571500" y="3904441"/>
            <a:ext cx="23241000" cy="7697009"/>
          </a:xfrm>
          <a:prstGeom prst="rect">
            <a:avLst/>
          </a:prstGeom>
        </p:spPr>
        <p:txBody>
          <a:bodyPr/>
          <a:lstStyle>
            <a:lvl1pPr marL="4572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1pPr>
            <a:lvl2pPr marL="9144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2pPr>
            <a:lvl3pPr marL="13716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3pPr>
            <a:lvl4pPr marL="18288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4pPr>
            <a:lvl5pPr marL="22860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Title"/>
          <p:cNvSpPr txBox="1"/>
          <p:nvPr>
            <p:ph type="title" hasCustomPrompt="1"/>
          </p:nvPr>
        </p:nvSpPr>
        <p:spPr>
          <a:xfrm>
            <a:off x="571500" y="652482"/>
            <a:ext cx="23241000" cy="1951018"/>
          </a:xfrm>
          <a:prstGeom prst="rect">
            <a:avLst/>
          </a:prstGeom>
        </p:spPr>
        <p:txBody>
          <a:bodyPr/>
          <a:lstStyle>
            <a:lvl1pPr>
              <a:lnSpc>
                <a:spcPct val="60000"/>
              </a:lnSpc>
              <a:defRPr spc="-239" sz="12000">
                <a:solidFill>
                  <a:schemeClr val="accent1"/>
                </a:solidFill>
                <a:latin typeface="+mn-lt"/>
                <a:ea typeface="+mn-ea"/>
                <a:cs typeface="+mn-cs"/>
                <a:sym typeface="Founders Grotesk Semibold"/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54" name="Slide Number"/>
          <p:cNvSpPr txBox="1"/>
          <p:nvPr>
            <p:ph type="sldNum" sz="quarter" idx="2"/>
          </p:nvPr>
        </p:nvSpPr>
        <p:spPr>
          <a:xfrm>
            <a:off x="23436122" y="12826999"/>
            <a:ext cx="371756" cy="5552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ulle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Line"/>
          <p:cNvSpPr/>
          <p:nvPr/>
        </p:nvSpPr>
        <p:spPr>
          <a:xfrm>
            <a:off x="635000" y="12192000"/>
            <a:ext cx="23118143" cy="0"/>
          </a:xfrm>
          <a:prstGeom prst="line">
            <a:avLst/>
          </a:prstGeom>
          <a:ln w="38100">
            <a:solidFill>
              <a:schemeClr val="accent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62" name="Line"/>
          <p:cNvSpPr/>
          <p:nvPr/>
        </p:nvSpPr>
        <p:spPr>
          <a:xfrm>
            <a:off x="639142" y="692907"/>
            <a:ext cx="23114001" cy="1"/>
          </a:xfrm>
          <a:prstGeom prst="line">
            <a:avLst/>
          </a:prstGeom>
          <a:ln w="114300">
            <a:solidFill>
              <a:schemeClr val="accent4"/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63" name="Body Level One…"/>
          <p:cNvSpPr txBox="1"/>
          <p:nvPr>
            <p:ph type="body" idx="1" hasCustomPrompt="1"/>
          </p:nvPr>
        </p:nvSpPr>
        <p:spPr>
          <a:xfrm>
            <a:off x="571500" y="3898900"/>
            <a:ext cx="23241000" cy="7696200"/>
          </a:xfrm>
          <a:prstGeom prst="rect">
            <a:avLst/>
          </a:prstGeom>
        </p:spPr>
        <p:txBody>
          <a:bodyPr numCol="2" spcCol="1162050"/>
          <a:lstStyle>
            <a:lvl1pPr marL="4572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1pPr>
            <a:lvl2pPr marL="9144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2pPr>
            <a:lvl3pPr marL="13716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3pPr>
            <a:lvl4pPr marL="18288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4pPr>
            <a:lvl5pPr marL="22860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3157200" y="1852248"/>
            <a:ext cx="10256838" cy="1310641"/>
          </a:xfrm>
          <a:prstGeom prst="rect">
            <a:avLst/>
          </a:prstGeom>
        </p:spPr>
        <p:txBody>
          <a:bodyPr anchor="ctr"/>
          <a:lstStyle>
            <a:lvl1pPr defTabSz="817244">
              <a:lnSpc>
                <a:spcPct val="80000"/>
              </a:lnSpc>
              <a:tabLst/>
              <a:defRPr spc="-79" sz="7919">
                <a:solidFill>
                  <a:schemeClr val="accent1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lue-footed booby bird on sand"/>
          <p:cNvSpPr/>
          <p:nvPr>
            <p:ph type="pic" idx="22"/>
          </p:nvPr>
        </p:nvSpPr>
        <p:spPr>
          <a:xfrm>
            <a:off x="0" y="-671784"/>
            <a:ext cx="12196747" cy="150595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73" name="Line"/>
          <p:cNvSpPr/>
          <p:nvPr/>
        </p:nvSpPr>
        <p:spPr>
          <a:xfrm>
            <a:off x="635000" y="12192000"/>
            <a:ext cx="23114000" cy="0"/>
          </a:xfrm>
          <a:prstGeom prst="line">
            <a:avLst/>
          </a:prstGeom>
          <a:ln w="38100">
            <a:solidFill>
              <a:schemeClr val="accent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74" name="Line"/>
          <p:cNvSpPr/>
          <p:nvPr/>
        </p:nvSpPr>
        <p:spPr>
          <a:xfrm>
            <a:off x="639142" y="692907"/>
            <a:ext cx="23114001" cy="1"/>
          </a:xfrm>
          <a:prstGeom prst="line">
            <a:avLst/>
          </a:prstGeom>
          <a:ln w="114300">
            <a:solidFill>
              <a:schemeClr val="accent4"/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75" name="Slide Title"/>
          <p:cNvSpPr txBox="1"/>
          <p:nvPr>
            <p:ph type="title" hasCustomPrompt="1"/>
          </p:nvPr>
        </p:nvSpPr>
        <p:spPr>
          <a:xfrm>
            <a:off x="13157200" y="864810"/>
            <a:ext cx="10256838" cy="1308101"/>
          </a:xfrm>
          <a:prstGeom prst="rect">
            <a:avLst/>
          </a:prstGeom>
        </p:spPr>
        <p:txBody>
          <a:bodyPr anchor="b"/>
          <a:lstStyle>
            <a:lvl1pPr>
              <a:defRPr spc="0">
                <a:solidFill>
                  <a:schemeClr val="accent1"/>
                </a:solidFill>
                <a:latin typeface="+mn-lt"/>
                <a:ea typeface="+mn-ea"/>
                <a:cs typeface="+mn-cs"/>
                <a:sym typeface="Founders Grotesk Semibold"/>
              </a:defRPr>
            </a:lvl1pPr>
          </a:lstStyle>
          <a:p>
            <a:pPr/>
            <a:r>
              <a:t>Slide Title </a:t>
            </a:r>
          </a:p>
        </p:txBody>
      </p:sp>
      <p:sp>
        <p:nvSpPr>
          <p:cNvPr id="76" name="Body Level One…"/>
          <p:cNvSpPr txBox="1"/>
          <p:nvPr>
            <p:ph type="body" sz="half" idx="1" hasCustomPrompt="1"/>
          </p:nvPr>
        </p:nvSpPr>
        <p:spPr>
          <a:xfrm>
            <a:off x="13157200" y="3904441"/>
            <a:ext cx="10256838" cy="7303309"/>
          </a:xfrm>
          <a:prstGeom prst="rect">
            <a:avLst/>
          </a:prstGeom>
        </p:spPr>
        <p:txBody>
          <a:bodyPr/>
          <a:lstStyle>
            <a:lvl1pPr marL="4572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1pPr>
            <a:lvl2pPr marL="9144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2pPr>
            <a:lvl3pPr marL="13716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3pPr>
            <a:lvl4pPr marL="18288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4pPr>
            <a:lvl5pPr marL="22860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Sma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lide Subtitle"/>
          <p:cNvSpPr txBox="1"/>
          <p:nvPr>
            <p:ph type="body" sz="quarter" idx="21" hasCustomPrompt="1"/>
          </p:nvPr>
        </p:nvSpPr>
        <p:spPr>
          <a:xfrm>
            <a:off x="13157200" y="1852248"/>
            <a:ext cx="10256838" cy="1310641"/>
          </a:xfrm>
          <a:prstGeom prst="rect">
            <a:avLst/>
          </a:prstGeom>
        </p:spPr>
        <p:txBody>
          <a:bodyPr anchor="ctr"/>
          <a:lstStyle>
            <a:lvl1pPr defTabSz="817244">
              <a:lnSpc>
                <a:spcPct val="80000"/>
              </a:lnSpc>
              <a:tabLst/>
              <a:defRPr spc="-79" sz="7919">
                <a:solidFill>
                  <a:schemeClr val="accent1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5" name="Line"/>
          <p:cNvSpPr/>
          <p:nvPr/>
        </p:nvSpPr>
        <p:spPr>
          <a:xfrm>
            <a:off x="635000" y="12192000"/>
            <a:ext cx="23114000" cy="0"/>
          </a:xfrm>
          <a:prstGeom prst="line">
            <a:avLst/>
          </a:prstGeom>
          <a:ln w="38100">
            <a:solidFill>
              <a:schemeClr val="accent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86" name="Line"/>
          <p:cNvSpPr/>
          <p:nvPr/>
        </p:nvSpPr>
        <p:spPr>
          <a:xfrm>
            <a:off x="639142" y="692907"/>
            <a:ext cx="23114001" cy="1"/>
          </a:xfrm>
          <a:prstGeom prst="line">
            <a:avLst/>
          </a:prstGeom>
          <a:ln w="114300">
            <a:solidFill>
              <a:schemeClr val="accent4"/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87" name="Slide Title"/>
          <p:cNvSpPr txBox="1"/>
          <p:nvPr>
            <p:ph type="title" hasCustomPrompt="1"/>
          </p:nvPr>
        </p:nvSpPr>
        <p:spPr>
          <a:xfrm>
            <a:off x="13157200" y="864810"/>
            <a:ext cx="10256838" cy="1308101"/>
          </a:xfrm>
          <a:prstGeom prst="rect">
            <a:avLst/>
          </a:prstGeom>
        </p:spPr>
        <p:txBody>
          <a:bodyPr anchor="b"/>
          <a:lstStyle>
            <a:lvl1pPr>
              <a:defRPr spc="0">
                <a:solidFill>
                  <a:schemeClr val="accent1"/>
                </a:solidFill>
                <a:latin typeface="+mn-lt"/>
                <a:ea typeface="+mn-ea"/>
                <a:cs typeface="+mn-cs"/>
                <a:sym typeface="Founders Grotesk Semibold"/>
              </a:defRPr>
            </a:lvl1pPr>
          </a:lstStyle>
          <a:p>
            <a:pPr/>
            <a:r>
              <a:t>Slide Title </a:t>
            </a:r>
          </a:p>
        </p:txBody>
      </p:sp>
      <p:sp>
        <p:nvSpPr>
          <p:cNvPr id="88" name="Body Level One…"/>
          <p:cNvSpPr txBox="1"/>
          <p:nvPr>
            <p:ph type="body" sz="half" idx="1" hasCustomPrompt="1"/>
          </p:nvPr>
        </p:nvSpPr>
        <p:spPr>
          <a:xfrm>
            <a:off x="13157200" y="3904441"/>
            <a:ext cx="10256838" cy="7303309"/>
          </a:xfrm>
          <a:prstGeom prst="rect">
            <a:avLst/>
          </a:prstGeom>
        </p:spPr>
        <p:txBody>
          <a:bodyPr/>
          <a:lstStyle>
            <a:lvl1pPr marL="4572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1pPr>
            <a:lvl2pPr marL="9144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2pPr>
            <a:lvl3pPr marL="13716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3pPr>
            <a:lvl4pPr marL="18288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4pPr>
            <a:lvl5pPr marL="22860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Lar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lide Subtitle"/>
          <p:cNvSpPr txBox="1"/>
          <p:nvPr>
            <p:ph type="body" sz="quarter" idx="21" hasCustomPrompt="1"/>
          </p:nvPr>
        </p:nvSpPr>
        <p:spPr>
          <a:xfrm>
            <a:off x="13157200" y="1852248"/>
            <a:ext cx="10256838" cy="1310641"/>
          </a:xfrm>
          <a:prstGeom prst="rect">
            <a:avLst/>
          </a:prstGeom>
        </p:spPr>
        <p:txBody>
          <a:bodyPr anchor="ctr"/>
          <a:lstStyle>
            <a:lvl1pPr defTabSz="817244">
              <a:lnSpc>
                <a:spcPct val="80000"/>
              </a:lnSpc>
              <a:tabLst/>
              <a:defRPr spc="-79" sz="7919">
                <a:solidFill>
                  <a:schemeClr val="accent1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97" name="Line"/>
          <p:cNvSpPr/>
          <p:nvPr/>
        </p:nvSpPr>
        <p:spPr>
          <a:xfrm>
            <a:off x="12196142" y="12192000"/>
            <a:ext cx="11552858" cy="0"/>
          </a:xfrm>
          <a:prstGeom prst="line">
            <a:avLst/>
          </a:prstGeom>
          <a:ln w="38100">
            <a:solidFill>
              <a:schemeClr val="accent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98" name="Line"/>
          <p:cNvSpPr/>
          <p:nvPr/>
        </p:nvSpPr>
        <p:spPr>
          <a:xfrm>
            <a:off x="12192000" y="692907"/>
            <a:ext cx="11561143" cy="1"/>
          </a:xfrm>
          <a:prstGeom prst="line">
            <a:avLst/>
          </a:prstGeom>
          <a:ln w="114300">
            <a:solidFill>
              <a:schemeClr val="accent4"/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3157200" y="864810"/>
            <a:ext cx="10256838" cy="1308101"/>
          </a:xfrm>
          <a:prstGeom prst="rect">
            <a:avLst/>
          </a:prstGeom>
        </p:spPr>
        <p:txBody>
          <a:bodyPr anchor="b"/>
          <a:lstStyle>
            <a:lvl1pPr>
              <a:defRPr spc="0">
                <a:solidFill>
                  <a:schemeClr val="accent1"/>
                </a:solidFill>
                <a:latin typeface="+mn-lt"/>
                <a:ea typeface="+mn-ea"/>
                <a:cs typeface="+mn-cs"/>
                <a:sym typeface="Founders Grotesk Semibold"/>
              </a:defRPr>
            </a:lvl1pPr>
          </a:lstStyle>
          <a:p>
            <a:pPr/>
            <a:r>
              <a:t>Slide Title </a:t>
            </a:r>
          </a:p>
        </p:txBody>
      </p:sp>
      <p:sp>
        <p:nvSpPr>
          <p:cNvPr id="100" name="Body Level One…"/>
          <p:cNvSpPr txBox="1"/>
          <p:nvPr>
            <p:ph type="body" sz="half" idx="1" hasCustomPrompt="1"/>
          </p:nvPr>
        </p:nvSpPr>
        <p:spPr>
          <a:xfrm>
            <a:off x="13157200" y="3904441"/>
            <a:ext cx="10256838" cy="7303309"/>
          </a:xfrm>
          <a:prstGeom prst="rect">
            <a:avLst/>
          </a:prstGeom>
        </p:spPr>
        <p:txBody>
          <a:bodyPr/>
          <a:lstStyle>
            <a:lvl1pPr marL="4572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1pPr>
            <a:lvl2pPr marL="9144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2pPr>
            <a:lvl3pPr marL="13716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3pPr>
            <a:lvl4pPr marL="18288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4pPr>
            <a:lvl5pPr marL="2286000" indent="-457200" defTabSz="825500">
              <a:lnSpc>
                <a:spcPct val="80000"/>
              </a:lnSpc>
              <a:spcBef>
                <a:spcPts val="3600"/>
              </a:spcBef>
              <a:buClr>
                <a:schemeClr val="accent1"/>
              </a:buClr>
              <a:buSzPct val="100000"/>
              <a:buChar char="•"/>
              <a:tabLst/>
              <a:defRPr spc="-42" sz="4200">
                <a:solidFill>
                  <a:srgbClr val="000000"/>
                </a:solidFill>
                <a:latin typeface="Founders Grotesk Text"/>
                <a:ea typeface="Founders Grotesk Text"/>
                <a:cs typeface="Founders Grotesk Text"/>
                <a:sym typeface="Founders Grotesk Text"/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">
    <p:bg>
      <p:bgPr>
        <a:solidFill>
          <a:schemeClr val="accent3">
            <a:hueOff val="513816"/>
            <a:satOff val="9467"/>
            <a:lumOff val="17481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Line"/>
          <p:cNvSpPr/>
          <p:nvPr/>
        </p:nvSpPr>
        <p:spPr>
          <a:xfrm>
            <a:off x="635000" y="12192000"/>
            <a:ext cx="23114000" cy="0"/>
          </a:xfrm>
          <a:prstGeom prst="line">
            <a:avLst/>
          </a:prstGeom>
          <a:ln w="38100">
            <a:solidFill>
              <a:schemeClr val="accent1"/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109" name="Line"/>
          <p:cNvSpPr/>
          <p:nvPr/>
        </p:nvSpPr>
        <p:spPr>
          <a:xfrm>
            <a:off x="635000" y="9443335"/>
            <a:ext cx="23114000" cy="1"/>
          </a:xfrm>
          <a:prstGeom prst="line">
            <a:avLst/>
          </a:prstGeom>
          <a:ln w="114300">
            <a:solidFill>
              <a:schemeClr val="accent1"/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110" name="Section Title"/>
          <p:cNvSpPr txBox="1"/>
          <p:nvPr>
            <p:ph type="title" hasCustomPrompt="1"/>
          </p:nvPr>
        </p:nvSpPr>
        <p:spPr>
          <a:xfrm>
            <a:off x="571500" y="9530979"/>
            <a:ext cx="23241000" cy="20193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70000"/>
              </a:lnSpc>
              <a:defRPr spc="-300" sz="15000">
                <a:solidFill>
                  <a:schemeClr val="accent1"/>
                </a:solidFill>
                <a:latin typeface="+mn-lt"/>
                <a:ea typeface="+mn-ea"/>
                <a:cs typeface="+mn-cs"/>
                <a:sym typeface="Founders Grotesk Semibold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Line"/>
          <p:cNvSpPr/>
          <p:nvPr/>
        </p:nvSpPr>
        <p:spPr>
          <a:xfrm>
            <a:off x="635000" y="12192000"/>
            <a:ext cx="23114000" cy="0"/>
          </a:xfrm>
          <a:prstGeom prst="line">
            <a:avLst/>
          </a:prstGeom>
          <a:ln w="38100">
            <a:solidFill>
              <a:schemeClr val="accent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119" name="Line"/>
          <p:cNvSpPr/>
          <p:nvPr/>
        </p:nvSpPr>
        <p:spPr>
          <a:xfrm>
            <a:off x="639142" y="692907"/>
            <a:ext cx="23114001" cy="1"/>
          </a:xfrm>
          <a:prstGeom prst="line">
            <a:avLst/>
          </a:prstGeom>
          <a:ln w="114300">
            <a:solidFill>
              <a:schemeClr val="accent4"/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120" name="Slide Title"/>
          <p:cNvSpPr txBox="1"/>
          <p:nvPr>
            <p:ph type="title" hasCustomPrompt="1"/>
          </p:nvPr>
        </p:nvSpPr>
        <p:spPr>
          <a:xfrm>
            <a:off x="571500" y="715982"/>
            <a:ext cx="23241000" cy="1951018"/>
          </a:xfrm>
          <a:prstGeom prst="rect">
            <a:avLst/>
          </a:prstGeom>
        </p:spPr>
        <p:txBody>
          <a:bodyPr/>
          <a:lstStyle>
            <a:lvl1pPr>
              <a:lnSpc>
                <a:spcPct val="60000"/>
              </a:lnSpc>
              <a:defRPr spc="-239" sz="12000">
                <a:solidFill>
                  <a:schemeClr val="accent1"/>
                </a:solidFill>
                <a:latin typeface="+mn-lt"/>
                <a:ea typeface="+mn-ea"/>
                <a:cs typeface="+mn-cs"/>
                <a:sym typeface="Founders Grotesk Semibold"/>
              </a:defRPr>
            </a:lvl1pPr>
          </a:lstStyle>
          <a:p>
            <a:pPr/>
            <a:r>
              <a:t>Slide Title </a:t>
            </a:r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2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Line"/>
          <p:cNvSpPr/>
          <p:nvPr/>
        </p:nvSpPr>
        <p:spPr>
          <a:xfrm>
            <a:off x="635000" y="12192000"/>
            <a:ext cx="23114000" cy="0"/>
          </a:xfrm>
          <a:prstGeom prst="line">
            <a:avLst/>
          </a:prstGeom>
          <a:ln w="38100">
            <a:solidFill>
              <a:schemeClr val="accent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138" name="Line"/>
          <p:cNvSpPr/>
          <p:nvPr/>
        </p:nvSpPr>
        <p:spPr>
          <a:xfrm>
            <a:off x="639142" y="692907"/>
            <a:ext cx="23114001" cy="1"/>
          </a:xfrm>
          <a:prstGeom prst="line">
            <a:avLst/>
          </a:prstGeom>
          <a:ln w="114300">
            <a:solidFill>
              <a:schemeClr val="accent4"/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139" name="Body Level One…"/>
          <p:cNvSpPr txBox="1"/>
          <p:nvPr>
            <p:ph type="body" sz="half" idx="1" hasCustomPrompt="1"/>
          </p:nvPr>
        </p:nvSpPr>
        <p:spPr>
          <a:xfrm>
            <a:off x="571500" y="3898900"/>
            <a:ext cx="23236826" cy="5499100"/>
          </a:xfrm>
          <a:prstGeom prst="rect">
            <a:avLst/>
          </a:prstGeom>
        </p:spPr>
        <p:txBody>
          <a:bodyPr anchor="ctr"/>
          <a:lstStyle>
            <a:lvl1pPr defTabSz="825500">
              <a:lnSpc>
                <a:spcPct val="100000"/>
              </a:lnSpc>
              <a:tabLst/>
              <a:defRPr spc="-239" sz="12000">
                <a:solidFill>
                  <a:schemeClr val="accent1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1pPr>
            <a:lvl2pPr defTabSz="825500">
              <a:lnSpc>
                <a:spcPct val="100000"/>
              </a:lnSpc>
              <a:tabLst/>
              <a:defRPr spc="-239" sz="12000">
                <a:solidFill>
                  <a:schemeClr val="accent1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2pPr>
            <a:lvl3pPr defTabSz="825500">
              <a:lnSpc>
                <a:spcPct val="100000"/>
              </a:lnSpc>
              <a:tabLst/>
              <a:defRPr spc="-239" sz="12000">
                <a:solidFill>
                  <a:schemeClr val="accent1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3pPr>
            <a:lvl4pPr defTabSz="825500">
              <a:lnSpc>
                <a:spcPct val="100000"/>
              </a:lnSpc>
              <a:tabLst/>
              <a:defRPr spc="-239" sz="12000">
                <a:solidFill>
                  <a:schemeClr val="accent1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4pPr>
            <a:lvl5pPr defTabSz="825500">
              <a:lnSpc>
                <a:spcPct val="100000"/>
              </a:lnSpc>
              <a:tabLst/>
              <a:defRPr spc="-239" sz="12000">
                <a:solidFill>
                  <a:schemeClr val="accent1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ig Fact">
    <p:bg>
      <p:bgPr>
        <a:solidFill>
          <a:srgbClr val="C3D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Body Level One…"/>
          <p:cNvSpPr txBox="1"/>
          <p:nvPr>
            <p:ph type="body" idx="1" hasCustomPrompt="1"/>
          </p:nvPr>
        </p:nvSpPr>
        <p:spPr>
          <a:xfrm>
            <a:off x="634999" y="1346200"/>
            <a:ext cx="23241001" cy="8451368"/>
          </a:xfrm>
          <a:prstGeom prst="rect">
            <a:avLst/>
          </a:prstGeom>
        </p:spPr>
        <p:txBody>
          <a:bodyPr anchor="b"/>
          <a:lstStyle>
            <a:lvl1pPr defTabSz="825500">
              <a:lnSpc>
                <a:spcPct val="80000"/>
              </a:lnSpc>
              <a:tabLst/>
              <a:defRPr spc="-419" sz="42000">
                <a:solidFill>
                  <a:schemeClr val="accent1"/>
                </a:solidFill>
                <a:latin typeface="Founders Grotesk Light"/>
                <a:ea typeface="Founders Grotesk Light"/>
                <a:cs typeface="Founders Grotesk Light"/>
                <a:sym typeface="Founders Grotesk Light"/>
              </a:defRPr>
            </a:lvl1pPr>
            <a:lvl2pPr defTabSz="825500">
              <a:lnSpc>
                <a:spcPct val="80000"/>
              </a:lnSpc>
              <a:tabLst/>
              <a:defRPr spc="-419" sz="42000">
                <a:solidFill>
                  <a:schemeClr val="accent1"/>
                </a:solidFill>
                <a:latin typeface="Founders Grotesk Light"/>
                <a:ea typeface="Founders Grotesk Light"/>
                <a:cs typeface="Founders Grotesk Light"/>
                <a:sym typeface="Founders Grotesk Light"/>
              </a:defRPr>
            </a:lvl2pPr>
            <a:lvl3pPr defTabSz="825500">
              <a:lnSpc>
                <a:spcPct val="80000"/>
              </a:lnSpc>
              <a:tabLst/>
              <a:defRPr spc="-419" sz="42000">
                <a:solidFill>
                  <a:schemeClr val="accent1"/>
                </a:solidFill>
                <a:latin typeface="Founders Grotesk Light"/>
                <a:ea typeface="Founders Grotesk Light"/>
                <a:cs typeface="Founders Grotesk Light"/>
                <a:sym typeface="Founders Grotesk Light"/>
              </a:defRPr>
            </a:lvl3pPr>
            <a:lvl4pPr defTabSz="825500">
              <a:lnSpc>
                <a:spcPct val="80000"/>
              </a:lnSpc>
              <a:tabLst/>
              <a:defRPr spc="-419" sz="42000">
                <a:solidFill>
                  <a:schemeClr val="accent1"/>
                </a:solidFill>
                <a:latin typeface="Founders Grotesk Light"/>
                <a:ea typeface="Founders Grotesk Light"/>
                <a:cs typeface="Founders Grotesk Light"/>
                <a:sym typeface="Founders Grotesk Light"/>
              </a:defRPr>
            </a:lvl4pPr>
            <a:lvl5pPr defTabSz="825500">
              <a:lnSpc>
                <a:spcPct val="80000"/>
              </a:lnSpc>
              <a:tabLst/>
              <a:defRPr spc="-419" sz="42000">
                <a:solidFill>
                  <a:schemeClr val="accent1"/>
                </a:solidFill>
                <a:latin typeface="Founders Grotesk Light"/>
                <a:ea typeface="Founders Grotesk Light"/>
                <a:cs typeface="Founders Grotesk Light"/>
                <a:sym typeface="Founders Grotesk 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8" name="Fact information"/>
          <p:cNvSpPr txBox="1"/>
          <p:nvPr>
            <p:ph type="body" sz="quarter" idx="21" hasCustomPrompt="1"/>
          </p:nvPr>
        </p:nvSpPr>
        <p:spPr>
          <a:xfrm>
            <a:off x="635000" y="9170947"/>
            <a:ext cx="23241000" cy="932816"/>
          </a:xfrm>
          <a:prstGeom prst="rect">
            <a:avLst/>
          </a:prstGeom>
        </p:spPr>
        <p:txBody>
          <a:bodyPr/>
          <a:lstStyle>
            <a:lvl1pPr defTabSz="817244">
              <a:lnSpc>
                <a:spcPct val="80000"/>
              </a:lnSpc>
              <a:tabLst/>
              <a:defRPr spc="-54" sz="5445">
                <a:solidFill>
                  <a:schemeClr val="accent1"/>
                </a:solidFill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49" name="Line"/>
          <p:cNvSpPr/>
          <p:nvPr/>
        </p:nvSpPr>
        <p:spPr>
          <a:xfrm>
            <a:off x="635000" y="12192000"/>
            <a:ext cx="23118143" cy="0"/>
          </a:xfrm>
          <a:prstGeom prst="line">
            <a:avLst/>
          </a:prstGeom>
          <a:ln w="38100">
            <a:solidFill>
              <a:schemeClr val="accent1">
                <a:hueOff val="-42304"/>
                <a:satOff val="23749"/>
                <a:lumOff val="-4574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150" name="Line"/>
          <p:cNvSpPr/>
          <p:nvPr/>
        </p:nvSpPr>
        <p:spPr>
          <a:xfrm>
            <a:off x="639142" y="692907"/>
            <a:ext cx="23114001" cy="1"/>
          </a:xfrm>
          <a:prstGeom prst="line">
            <a:avLst/>
          </a:prstGeom>
          <a:ln w="114300">
            <a:solidFill>
              <a:schemeClr val="accent1">
                <a:hueOff val="-42304"/>
                <a:satOff val="23749"/>
                <a:lumOff val="-45745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">
    <p:bg>
      <p:bgPr>
        <a:solidFill>
          <a:srgbClr val="C3D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Line"/>
          <p:cNvSpPr/>
          <p:nvPr/>
        </p:nvSpPr>
        <p:spPr>
          <a:xfrm>
            <a:off x="635000" y="12192000"/>
            <a:ext cx="23114000" cy="0"/>
          </a:xfrm>
          <a:prstGeom prst="line">
            <a:avLst/>
          </a:prstGeom>
          <a:ln w="38100">
            <a:solidFill>
              <a:schemeClr val="accent1">
                <a:hueOff val="-42304"/>
                <a:satOff val="23749"/>
                <a:lumOff val="-4574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159" name="Line"/>
          <p:cNvSpPr/>
          <p:nvPr/>
        </p:nvSpPr>
        <p:spPr>
          <a:xfrm>
            <a:off x="639142" y="692907"/>
            <a:ext cx="23114001" cy="1"/>
          </a:xfrm>
          <a:prstGeom prst="line">
            <a:avLst/>
          </a:prstGeom>
          <a:ln w="114300">
            <a:solidFill>
              <a:schemeClr val="accent1">
                <a:hueOff val="-42304"/>
                <a:satOff val="23749"/>
                <a:lumOff val="-45745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160" name="Attribution"/>
          <p:cNvSpPr txBox="1"/>
          <p:nvPr>
            <p:ph type="body" sz="quarter" idx="21" hasCustomPrompt="1"/>
          </p:nvPr>
        </p:nvSpPr>
        <p:spPr>
          <a:xfrm>
            <a:off x="1148060" y="9247147"/>
            <a:ext cx="22707182" cy="932816"/>
          </a:xfrm>
          <a:prstGeom prst="rect">
            <a:avLst/>
          </a:prstGeom>
        </p:spPr>
        <p:txBody>
          <a:bodyPr anchor="ctr"/>
          <a:lstStyle>
            <a:lvl1pPr defTabSz="817244">
              <a:lnSpc>
                <a:spcPct val="80000"/>
              </a:lnSpc>
              <a:tabLst/>
              <a:defRPr spc="-54" sz="5445">
                <a:solidFill>
                  <a:schemeClr val="accent1"/>
                </a:solidFill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61" name="Body Level One…"/>
          <p:cNvSpPr txBox="1"/>
          <p:nvPr>
            <p:ph type="body" sz="half" idx="1" hasCustomPrompt="1"/>
          </p:nvPr>
        </p:nvSpPr>
        <p:spPr>
          <a:xfrm>
            <a:off x="515838" y="1325581"/>
            <a:ext cx="23241001" cy="4970080"/>
          </a:xfrm>
          <a:prstGeom prst="rect">
            <a:avLst/>
          </a:prstGeom>
        </p:spPr>
        <p:txBody>
          <a:bodyPr/>
          <a:lstStyle>
            <a:lvl1pPr marL="419100" indent="-419100" defTabSz="825500">
              <a:lnSpc>
                <a:spcPct val="80000"/>
              </a:lnSpc>
              <a:tabLst/>
              <a:defRPr spc="-119" sz="12000">
                <a:solidFill>
                  <a:schemeClr val="accent1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1pPr>
            <a:lvl2pPr marL="419100" indent="38100" defTabSz="825500">
              <a:lnSpc>
                <a:spcPct val="80000"/>
              </a:lnSpc>
              <a:tabLst/>
              <a:defRPr spc="-119" sz="12000">
                <a:solidFill>
                  <a:schemeClr val="accent1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2pPr>
            <a:lvl3pPr marL="419100" indent="495300" defTabSz="825500">
              <a:lnSpc>
                <a:spcPct val="80000"/>
              </a:lnSpc>
              <a:tabLst/>
              <a:defRPr spc="-119" sz="12000">
                <a:solidFill>
                  <a:schemeClr val="accent1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3pPr>
            <a:lvl4pPr marL="419100" indent="952500" defTabSz="825500">
              <a:lnSpc>
                <a:spcPct val="80000"/>
              </a:lnSpc>
              <a:tabLst/>
              <a:defRPr spc="-119" sz="12000">
                <a:solidFill>
                  <a:schemeClr val="accent1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4pPr>
            <a:lvl5pPr marL="419100" indent="1409700" defTabSz="825500">
              <a:lnSpc>
                <a:spcPct val="80000"/>
              </a:lnSpc>
              <a:tabLst/>
              <a:defRPr spc="-119" sz="12000">
                <a:solidFill>
                  <a:schemeClr val="accent1"/>
                </a:solidFill>
                <a:latin typeface="Founders Grotesk"/>
                <a:ea typeface="Founders Grotesk"/>
                <a:cs typeface="Founders Grotesk"/>
                <a:sym typeface="Founders Grotesk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3 U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ink flamingo with its nose to the water"/>
          <p:cNvSpPr/>
          <p:nvPr>
            <p:ph type="pic" sz="half" idx="21"/>
          </p:nvPr>
        </p:nvSpPr>
        <p:spPr>
          <a:xfrm>
            <a:off x="12192000" y="-1003300"/>
            <a:ext cx="11557000" cy="767926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70" name="Black iguana with its baby on its back"/>
          <p:cNvSpPr/>
          <p:nvPr>
            <p:ph type="pic" sz="half" idx="22"/>
          </p:nvPr>
        </p:nvSpPr>
        <p:spPr>
          <a:xfrm>
            <a:off x="12192000" y="5397500"/>
            <a:ext cx="11557000" cy="77497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71" name="Blue-footed booby bird on sand"/>
          <p:cNvSpPr/>
          <p:nvPr>
            <p:ph type="pic" idx="23"/>
          </p:nvPr>
        </p:nvSpPr>
        <p:spPr>
          <a:xfrm>
            <a:off x="571500" y="-698500"/>
            <a:ext cx="11684000" cy="1442649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ea turtle swimming underwater"/>
          <p:cNvSpPr/>
          <p:nvPr>
            <p:ph type="pic" idx="21"/>
          </p:nvPr>
        </p:nvSpPr>
        <p:spPr>
          <a:xfrm>
            <a:off x="0" y="-2984500"/>
            <a:ext cx="28333700" cy="1747999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8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chemeClr val="accent1">
            <a:hueOff val="-42304"/>
            <a:satOff val="23749"/>
            <a:lumOff val="-45745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 Title"/>
          <p:cNvSpPr txBox="1"/>
          <p:nvPr>
            <p:ph type="title" hasCustomPrompt="1"/>
          </p:nvPr>
        </p:nvSpPr>
        <p:spPr>
          <a:xfrm>
            <a:off x="575641" y="881082"/>
            <a:ext cx="23241001" cy="1951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Agenda Title</a:t>
            </a:r>
          </a:p>
        </p:txBody>
      </p:sp>
      <p:sp>
        <p:nvSpPr>
          <p:cNvPr id="3" name="Line"/>
          <p:cNvSpPr/>
          <p:nvPr/>
        </p:nvSpPr>
        <p:spPr>
          <a:xfrm>
            <a:off x="639142" y="692907"/>
            <a:ext cx="23114001" cy="1"/>
          </a:xfrm>
          <a:prstGeom prst="line">
            <a:avLst/>
          </a:prstGeom>
          <a:ln w="114300">
            <a:solidFill>
              <a:schemeClr val="accent4"/>
            </a:solidFill>
            <a:miter lim="400000"/>
          </a:ln>
        </p:spPr>
        <p:txBody>
          <a:bodyPr lIns="0" tIns="0" rIns="0" bIns="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b="1" cap="all" spc="156" sz="26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pPr>
          </a:p>
        </p:txBody>
      </p:sp>
      <p:sp>
        <p:nvSpPr>
          <p:cNvPr id="4" name="Body Level One…"/>
          <p:cNvSpPr txBox="1"/>
          <p:nvPr>
            <p:ph type="body" idx="1" hasCustomPrompt="1"/>
          </p:nvPr>
        </p:nvSpPr>
        <p:spPr>
          <a:xfrm>
            <a:off x="575641" y="3276600"/>
            <a:ext cx="23241001" cy="9870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23431499" y="12826999"/>
            <a:ext cx="371756" cy="55524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pc="28" sz="2800">
                <a:solidFill>
                  <a:srgbClr val="FFFFFF"/>
                </a:solidFill>
                <a:latin typeface="Founders Grotesk Condensed"/>
                <a:ea typeface="Founders Grotesk Condensed"/>
                <a:cs typeface="Founders Grotesk Condensed"/>
                <a:sym typeface="Founders Grotesk Condense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9" strike="noStrike" sz="8000" u="none">
          <a:solidFill>
            <a:schemeClr val="accent4"/>
          </a:solidFill>
          <a:uFillTx/>
          <a:latin typeface="Founders Grotesk"/>
          <a:ea typeface="Founders Grotesk"/>
          <a:cs typeface="Founders Grotesk"/>
          <a:sym typeface="Founders Grotesk"/>
        </a:defRPr>
      </a:lvl1pPr>
      <a:lvl2pPr marL="0" marR="0" indent="4572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9" strike="noStrike" sz="8000" u="none">
          <a:solidFill>
            <a:schemeClr val="accent4"/>
          </a:solidFill>
          <a:uFillTx/>
          <a:latin typeface="Founders Grotesk"/>
          <a:ea typeface="Founders Grotesk"/>
          <a:cs typeface="Founders Grotesk"/>
          <a:sym typeface="Founders Grotesk"/>
        </a:defRPr>
      </a:lvl2pPr>
      <a:lvl3pPr marL="0" marR="0" indent="9144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9" strike="noStrike" sz="8000" u="none">
          <a:solidFill>
            <a:schemeClr val="accent4"/>
          </a:solidFill>
          <a:uFillTx/>
          <a:latin typeface="Founders Grotesk"/>
          <a:ea typeface="Founders Grotesk"/>
          <a:cs typeface="Founders Grotesk"/>
          <a:sym typeface="Founders Grotesk"/>
        </a:defRPr>
      </a:lvl3pPr>
      <a:lvl4pPr marL="0" marR="0" indent="13716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9" strike="noStrike" sz="8000" u="none">
          <a:solidFill>
            <a:schemeClr val="accent4"/>
          </a:solidFill>
          <a:uFillTx/>
          <a:latin typeface="Founders Grotesk"/>
          <a:ea typeface="Founders Grotesk"/>
          <a:cs typeface="Founders Grotesk"/>
          <a:sym typeface="Founders Grotesk"/>
        </a:defRPr>
      </a:lvl4pPr>
      <a:lvl5pPr marL="0" marR="0" indent="18288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9" strike="noStrike" sz="8000" u="none">
          <a:solidFill>
            <a:schemeClr val="accent4"/>
          </a:solidFill>
          <a:uFillTx/>
          <a:latin typeface="Founders Grotesk"/>
          <a:ea typeface="Founders Grotesk"/>
          <a:cs typeface="Founders Grotesk"/>
          <a:sym typeface="Founders Grotesk"/>
        </a:defRPr>
      </a:lvl5pPr>
      <a:lvl6pPr marL="0" marR="0" indent="22860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9" strike="noStrike" sz="8000" u="none">
          <a:solidFill>
            <a:schemeClr val="accent4"/>
          </a:solidFill>
          <a:uFillTx/>
          <a:latin typeface="Founders Grotesk"/>
          <a:ea typeface="Founders Grotesk"/>
          <a:cs typeface="Founders Grotesk"/>
          <a:sym typeface="Founders Grotesk"/>
        </a:defRPr>
      </a:lvl6pPr>
      <a:lvl7pPr marL="0" marR="0" indent="27432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9" strike="noStrike" sz="8000" u="none">
          <a:solidFill>
            <a:schemeClr val="accent4"/>
          </a:solidFill>
          <a:uFillTx/>
          <a:latin typeface="Founders Grotesk"/>
          <a:ea typeface="Founders Grotesk"/>
          <a:cs typeface="Founders Grotesk"/>
          <a:sym typeface="Founders Grotesk"/>
        </a:defRPr>
      </a:lvl7pPr>
      <a:lvl8pPr marL="0" marR="0" indent="32004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9" strike="noStrike" sz="8000" u="none">
          <a:solidFill>
            <a:schemeClr val="accent4"/>
          </a:solidFill>
          <a:uFillTx/>
          <a:latin typeface="Founders Grotesk"/>
          <a:ea typeface="Founders Grotesk"/>
          <a:cs typeface="Founders Grotesk"/>
          <a:sym typeface="Founders Grotesk"/>
        </a:defRPr>
      </a:lvl8pPr>
      <a:lvl9pPr marL="0" marR="0" indent="36576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9" strike="noStrike" sz="8000" u="none">
          <a:solidFill>
            <a:schemeClr val="accent4"/>
          </a:solidFill>
          <a:uFillTx/>
          <a:latin typeface="Founders Grotesk"/>
          <a:ea typeface="Founders Grotesk"/>
          <a:cs typeface="Founders Grotesk"/>
          <a:sym typeface="Founders Grotesk"/>
        </a:defRPr>
      </a:lvl9pPr>
    </p:titleStyle>
    <p:bodyStyle>
      <a:lvl1pPr marL="0" marR="0" indent="0" algn="l" defTabSz="4699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69900" algn="l"/>
        </a:tabLst>
        <a:defRPr b="0" baseline="0" cap="none" i="0" spc="0" strike="noStrike" sz="8000" u="none">
          <a:solidFill>
            <a:srgbClr val="C3CCB0"/>
          </a:solidFill>
          <a:uFillTx/>
          <a:latin typeface="+mn-lt"/>
          <a:ea typeface="+mn-ea"/>
          <a:cs typeface="+mn-cs"/>
          <a:sym typeface="Founders Grotesk Semibold"/>
        </a:defRPr>
      </a:lvl1pPr>
      <a:lvl2pPr marL="0" marR="0" indent="457200" algn="l" defTabSz="4699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69900" algn="l"/>
        </a:tabLst>
        <a:defRPr b="0" baseline="0" cap="none" i="0" spc="0" strike="noStrike" sz="8000" u="none">
          <a:solidFill>
            <a:srgbClr val="C3CCB0"/>
          </a:solidFill>
          <a:uFillTx/>
          <a:latin typeface="+mn-lt"/>
          <a:ea typeface="+mn-ea"/>
          <a:cs typeface="+mn-cs"/>
          <a:sym typeface="Founders Grotesk Semibold"/>
        </a:defRPr>
      </a:lvl2pPr>
      <a:lvl3pPr marL="0" marR="0" indent="914400" algn="l" defTabSz="4699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69900" algn="l"/>
        </a:tabLst>
        <a:defRPr b="0" baseline="0" cap="none" i="0" spc="0" strike="noStrike" sz="8000" u="none">
          <a:solidFill>
            <a:srgbClr val="C3CCB0"/>
          </a:solidFill>
          <a:uFillTx/>
          <a:latin typeface="+mn-lt"/>
          <a:ea typeface="+mn-ea"/>
          <a:cs typeface="+mn-cs"/>
          <a:sym typeface="Founders Grotesk Semibold"/>
        </a:defRPr>
      </a:lvl3pPr>
      <a:lvl4pPr marL="0" marR="0" indent="1371600" algn="l" defTabSz="4699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69900" algn="l"/>
        </a:tabLst>
        <a:defRPr b="0" baseline="0" cap="none" i="0" spc="0" strike="noStrike" sz="8000" u="none">
          <a:solidFill>
            <a:srgbClr val="C3CCB0"/>
          </a:solidFill>
          <a:uFillTx/>
          <a:latin typeface="+mn-lt"/>
          <a:ea typeface="+mn-ea"/>
          <a:cs typeface="+mn-cs"/>
          <a:sym typeface="Founders Grotesk Semibold"/>
        </a:defRPr>
      </a:lvl4pPr>
      <a:lvl5pPr marL="0" marR="0" indent="1828800" algn="l" defTabSz="4699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69900" algn="l"/>
        </a:tabLst>
        <a:defRPr b="0" baseline="0" cap="none" i="0" spc="0" strike="noStrike" sz="8000" u="none">
          <a:solidFill>
            <a:srgbClr val="C3CCB0"/>
          </a:solidFill>
          <a:uFillTx/>
          <a:latin typeface="+mn-lt"/>
          <a:ea typeface="+mn-ea"/>
          <a:cs typeface="+mn-cs"/>
          <a:sym typeface="Founders Grotesk Semibold"/>
        </a:defRPr>
      </a:lvl5pPr>
      <a:lvl6pPr marL="0" marR="0" indent="2286000" algn="l" defTabSz="4699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69900" algn="l"/>
        </a:tabLst>
        <a:defRPr b="0" baseline="0" cap="none" i="0" spc="0" strike="noStrike" sz="8000" u="none">
          <a:solidFill>
            <a:srgbClr val="C3CCB0"/>
          </a:solidFill>
          <a:uFillTx/>
          <a:latin typeface="+mn-lt"/>
          <a:ea typeface="+mn-ea"/>
          <a:cs typeface="+mn-cs"/>
          <a:sym typeface="Founders Grotesk Semibold"/>
        </a:defRPr>
      </a:lvl6pPr>
      <a:lvl7pPr marL="0" marR="0" indent="2743200" algn="l" defTabSz="4699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69900" algn="l"/>
        </a:tabLst>
        <a:defRPr b="0" baseline="0" cap="none" i="0" spc="0" strike="noStrike" sz="8000" u="none">
          <a:solidFill>
            <a:srgbClr val="C3CCB0"/>
          </a:solidFill>
          <a:uFillTx/>
          <a:latin typeface="+mn-lt"/>
          <a:ea typeface="+mn-ea"/>
          <a:cs typeface="+mn-cs"/>
          <a:sym typeface="Founders Grotesk Semibold"/>
        </a:defRPr>
      </a:lvl7pPr>
      <a:lvl8pPr marL="0" marR="0" indent="3200400" algn="l" defTabSz="4699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69900" algn="l"/>
        </a:tabLst>
        <a:defRPr b="0" baseline="0" cap="none" i="0" spc="0" strike="noStrike" sz="8000" u="none">
          <a:solidFill>
            <a:srgbClr val="C3CCB0"/>
          </a:solidFill>
          <a:uFillTx/>
          <a:latin typeface="+mn-lt"/>
          <a:ea typeface="+mn-ea"/>
          <a:cs typeface="+mn-cs"/>
          <a:sym typeface="Founders Grotesk Semibold"/>
        </a:defRPr>
      </a:lvl8pPr>
      <a:lvl9pPr marL="0" marR="0" indent="3657600" algn="l" defTabSz="4699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69900" algn="l"/>
        </a:tabLst>
        <a:defRPr b="0" baseline="0" cap="none" i="0" spc="0" strike="noStrike" sz="8000" u="none">
          <a:solidFill>
            <a:srgbClr val="C3CCB0"/>
          </a:solidFill>
          <a:uFillTx/>
          <a:latin typeface="+mn-lt"/>
          <a:ea typeface="+mn-ea"/>
          <a:cs typeface="+mn-cs"/>
          <a:sym typeface="Founders Grotesk Semibold"/>
        </a:defRPr>
      </a:lvl9pPr>
    </p:bodyStyle>
    <p:otherStyle>
      <a:lvl1pPr marL="0" marR="0" indent="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28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Founders Grotesk Condensed"/>
        </a:defRPr>
      </a:lvl1pPr>
      <a:lvl2pPr marL="0" marR="0" indent="4572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28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Founders Grotesk Condensed"/>
        </a:defRPr>
      </a:lvl2pPr>
      <a:lvl3pPr marL="0" marR="0" indent="9144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28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Founders Grotesk Condensed"/>
        </a:defRPr>
      </a:lvl3pPr>
      <a:lvl4pPr marL="0" marR="0" indent="13716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28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Founders Grotesk Condensed"/>
        </a:defRPr>
      </a:lvl4pPr>
      <a:lvl5pPr marL="0" marR="0" indent="18288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28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Founders Grotesk Condensed"/>
        </a:defRPr>
      </a:lvl5pPr>
      <a:lvl6pPr marL="0" marR="0" indent="22860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28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Founders Grotesk Condensed"/>
        </a:defRPr>
      </a:lvl6pPr>
      <a:lvl7pPr marL="0" marR="0" indent="27432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28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Founders Grotesk Condensed"/>
        </a:defRPr>
      </a:lvl7pPr>
      <a:lvl8pPr marL="0" marR="0" indent="32004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28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Founders Grotesk Condensed"/>
        </a:defRPr>
      </a:lvl8pPr>
      <a:lvl9pPr marL="0" marR="0" indent="36576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28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Founders Grotesk Condensed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7" name="Patient-Independent MI Localizatio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676909">
              <a:defRPr spc="-246" sz="12300"/>
            </a:lvl1pPr>
          </a:lstStyle>
          <a:p>
            <a:pPr/>
            <a:r>
              <a:t>Patient-Independent MI Localization</a:t>
            </a:r>
          </a:p>
        </p:txBody>
      </p:sp>
      <p:sp>
        <p:nvSpPr>
          <p:cNvPr id="198" name="MAJOR PROJECT PROGRESS REVIEW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MAJOR PROJECT PROGRESS REVIEW</a:t>
            </a:r>
          </a:p>
        </p:txBody>
      </p:sp>
      <p:sp>
        <p:nvSpPr>
          <p:cNvPr id="199" name="Aryan Kumar  •  Kunal Maka     |     NIT Goa     |     September 2026"/>
          <p:cNvSpPr txBox="1"/>
          <p:nvPr/>
        </p:nvSpPr>
        <p:spPr>
          <a:xfrm>
            <a:off x="635000" y="12244705"/>
            <a:ext cx="22860000" cy="593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pc="-29" sz="3000">
                <a:solidFill>
                  <a:srgbClr val="FFFFFF"/>
                </a:solidFill>
              </a:defRPr>
            </a:lvl1pPr>
          </a:lstStyle>
          <a:p>
            <a:pPr/>
            <a:r>
              <a:t>Aryan Kumar  •  Kunal Maka     |     NIT Goa     |     September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4" name="The published method reports 99.80% accuracy using heartbeat-level evaluation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published method reports 99.80% accuracy using heartbeat-level evaluation.</a:t>
            </a:r>
          </a:p>
          <a:p>
            <a:pPr/>
            <a:r>
              <a:t>We ask whether the same VCG features work on completely unseen patients.</a:t>
            </a:r>
          </a:p>
          <a:p>
            <a:pPr/>
            <a:r>
              <a:t>The project reproduces the tensor method, then evaluates patient-level generalization.</a:t>
            </a:r>
          </a:p>
        </p:txBody>
      </p:sp>
      <p:sp>
        <p:nvSpPr>
          <p:cNvPr id="205" name="Research ques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2" sz="6600"/>
            </a:lvl1pPr>
          </a:lstStyle>
          <a:p>
            <a:pPr/>
            <a:r>
              <a:t>Research question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0" name="PTB measured Frank X, Y and Z signals at 1,000 Hz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81000" indent="-381000">
              <a:defRPr spc="-35" sz="3500"/>
            </a:pPr>
            <a:r>
              <a:t>PTB measured Frank X, Y and Z signals at 1,000 Hz</a:t>
            </a:r>
          </a:p>
          <a:p>
            <a:pPr marL="381000" indent="-381000">
              <a:defRPr spc="-35" sz="3500"/>
            </a:pPr>
            <a:r>
              <a:t>Wavelet denoising, R-peak detection and 651-sample beats</a:t>
            </a:r>
          </a:p>
          <a:p>
            <a:pPr marL="381000" indent="-381000">
              <a:defRPr spc="-35" sz="3500"/>
            </a:pPr>
            <a:r>
              <a:t>Lead x time x subband tensor: 3 x 651 x 8</a:t>
            </a:r>
          </a:p>
          <a:p>
            <a:pPr marL="381000" indent="-381000">
              <a:defRPr spc="-35" sz="3500"/>
            </a:pPr>
            <a:r>
              <a:t>Tucker rank 3 across time gives 72 features</a:t>
            </a:r>
          </a:p>
          <a:p>
            <a:pPr marL="381000" indent="-381000">
              <a:defRPr spc="-35" sz="3500"/>
            </a:pPr>
            <a:r>
              <a:t>500-tree random forest as the TreeBagger analogue</a:t>
            </a:r>
          </a:p>
        </p:txBody>
      </p:sp>
      <p:sp>
        <p:nvSpPr>
          <p:cNvPr id="211" name="Reproduced tensor pipeli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2" sz="6600"/>
            </a:lvl1pPr>
          </a:lstStyle>
          <a:p>
            <a:pPr/>
            <a:r>
              <a:t>Reproduced tensor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he split changes the resul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2" sz="6600"/>
            </a:lvl1pPr>
          </a:lstStyle>
          <a:p>
            <a:pPr/>
            <a:r>
              <a:t>The split changes the result</a:t>
            </a:r>
          </a:p>
        </p:txBody>
      </p:sp>
      <p:graphicFrame>
        <p:nvGraphicFramePr>
          <p:cNvPr id="216" name="2D Bar Chart"/>
          <p:cNvGraphicFramePr/>
          <p:nvPr/>
        </p:nvGraphicFramePr>
        <p:xfrm>
          <a:off x="755395" y="2925318"/>
          <a:ext cx="20839749" cy="758672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7" name="Same PTB cohort and 72-feature model. Beat accuracy (%)."/>
          <p:cNvSpPr txBox="1"/>
          <p:nvPr/>
        </p:nvSpPr>
        <p:spPr>
          <a:xfrm>
            <a:off x="1016000" y="11188700"/>
            <a:ext cx="2235200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pc="-28" sz="28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Same PTB cohort and 72-feature model. Beat accuracy (%).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2" name="The 12-class task includes MI locations represented by only one patient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13657" indent="-413657">
              <a:defRPr spc="-38" sz="3800"/>
            </a:pPr>
            <a:r>
              <a:t>The 12-class task includes MI locations represented by only one patient.</a:t>
            </a:r>
          </a:p>
          <a:p>
            <a:pPr marL="413657" indent="-413657">
              <a:defRPr spc="-38" sz="3800"/>
            </a:pPr>
            <a:r>
              <a:t>The primary benchmark keeps six classes with at least 10 patients each.</a:t>
            </a:r>
          </a:p>
          <a:p>
            <a:pPr marL="413657" indent="-413657">
              <a:defRPr spc="-38" sz="3800"/>
            </a:pPr>
            <a:r>
              <a:t>164 patients and 55,863 beats; no patient crosses a test fold.</a:t>
            </a:r>
          </a:p>
          <a:p>
            <a:pPr marL="413657" indent="-413657">
              <a:defRPr spc="-38" sz="3800"/>
            </a:pPr>
            <a:r>
              <a:t>Primary endpoint: patient-level macro F1.</a:t>
            </a:r>
          </a:p>
        </p:txBody>
      </p:sp>
      <p:sp>
        <p:nvSpPr>
          <p:cNvPr id="223" name="A learnable patient tas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2" sz="6600"/>
            </a:lvl1pPr>
          </a:lstStyle>
          <a:p>
            <a:pPr/>
            <a:r>
              <a:t>A learnable patient task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Wavelet statistics lead on PTB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2" sz="6600"/>
            </a:lvl1pPr>
          </a:lstStyle>
          <a:p>
            <a:pPr/>
            <a:r>
              <a:t>Wavelet statistics lead on PTB</a:t>
            </a:r>
          </a:p>
        </p:txBody>
      </p:sp>
      <p:graphicFrame>
        <p:nvGraphicFramePr>
          <p:cNvPr id="228" name="2D Bar Chart"/>
          <p:cNvGraphicFramePr/>
          <p:nvPr/>
        </p:nvGraphicFramePr>
        <p:xfrm>
          <a:off x="713663" y="2544318"/>
          <a:ext cx="21150188" cy="771372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9" name="Six-class patient macro F1; representation choice needs external confirmation."/>
          <p:cNvSpPr txBox="1"/>
          <p:nvPr/>
        </p:nvSpPr>
        <p:spPr>
          <a:xfrm>
            <a:off x="1016000" y="11188700"/>
            <a:ext cx="2235200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pc="-28" sz="28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Six-class patient macro F1; representation choice needs external confirmation.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4" name="Twelve representations tested on frozen patient fold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02771" indent="-402771">
              <a:defRPr spc="-37" sz="3700"/>
            </a:pPr>
            <a:r>
              <a:t>Twelve representations tested on frozen patient folds</a:t>
            </a:r>
          </a:p>
          <a:p>
            <a:pPr marL="402771" indent="-402771">
              <a:defRPr spc="-37" sz="3700"/>
            </a:pPr>
            <a:r>
              <a:t>Wavelet statistics retain lead and subband information without Tucker compression.</a:t>
            </a:r>
          </a:p>
          <a:p>
            <a:pPr marL="402771" indent="-402771">
              <a:defRPr spc="-37" sz="3700"/>
            </a:pPr>
            <a:r>
              <a:t>Macro F1 improves from 0.403 to 0.487 in the nested PTB comparison.</a:t>
            </a:r>
          </a:p>
          <a:p>
            <a:pPr marL="402771" indent="-402771">
              <a:defRPr spc="-37" sz="3700"/>
            </a:pPr>
            <a:r>
              <a:t>The tensor model remains the reproduced baseline and scientific comparator.</a:t>
            </a:r>
          </a:p>
        </p:txBody>
      </p:sp>
      <p:sp>
        <p:nvSpPr>
          <p:cNvPr id="235" name="What the feature study show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2" sz="6600"/>
            </a:lvl1pPr>
          </a:lstStyle>
          <a:p>
            <a:pPr/>
            <a:r>
              <a:t>What the feature study showed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0" name="PTB-trained model tested on 1,092 PTB-XL patients with derived VCG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13657" indent="-413657">
              <a:defRPr spc="-38" sz="3800"/>
            </a:pPr>
            <a:r>
              <a:t>PTB-trained model tested on 1,092 PTB-XL patients with derived VCG</a:t>
            </a:r>
          </a:p>
          <a:p>
            <a:pPr marL="413657" indent="-413657">
              <a:defRPr spc="-38" sz="3800"/>
            </a:pPr>
            <a:r>
              <a:t>Patient macro F1: 0.242; patient accuracy: 56.23%</a:t>
            </a:r>
          </a:p>
          <a:p>
            <a:pPr marL="413657" indent="-413657">
              <a:defRPr spc="-38" sz="3800"/>
            </a:pPr>
            <a:r>
              <a:t>Healthy controls are 72.0% of this cohort.</a:t>
            </a:r>
          </a:p>
          <a:p>
            <a:pPr marL="413657" indent="-413657">
              <a:defRPr spc="-38" sz="3800"/>
            </a:pPr>
            <a:r>
              <a:t>Always predicting healthy would reach 71.98% accuracy.</a:t>
            </a:r>
          </a:p>
        </p:txBody>
      </p:sp>
      <p:sp>
        <p:nvSpPr>
          <p:cNvPr id="241" name="External PTB-XL resul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2" sz="6600"/>
            </a:lvl1pPr>
          </a:lstStyle>
          <a:p>
            <a:pPr/>
            <a:r>
              <a:t>External PTB-XL result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6" name="Matched PTB patients: measured → measured VCG macro F1 = 0.469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02771" indent="-402771">
              <a:defRPr spc="-37" sz="3700"/>
            </a:pPr>
            <a:r>
              <a:t>Matched PTB patients: measured → measured VCG macro F1 = 0.469</a:t>
            </a:r>
          </a:p>
          <a:p>
            <a:pPr marL="402771" indent="-402771">
              <a:defRPr spc="-37" sz="3700"/>
            </a:pPr>
            <a:r>
              <a:t>Measured → derived VCG macro F1 = 0.422</a:t>
            </a:r>
          </a:p>
          <a:p>
            <a:pPr marL="402771" indent="-402771">
              <a:defRPr spc="-37" sz="3700"/>
            </a:pPr>
            <a:r>
              <a:t>Derived → derived VCG macro F1 = 0.467</a:t>
            </a:r>
          </a:p>
          <a:p>
            <a:pPr marL="402771" indent="-402771">
              <a:defRPr spc="-37" sz="3700"/>
            </a:pPr>
            <a:r>
              <a:t>The measured-to-derived change is −0.046; its 95% interval includes zero.</a:t>
            </a:r>
          </a:p>
        </p:txBody>
      </p:sp>
      <p:sp>
        <p:nvSpPr>
          <p:cNvPr id="247" name="Derived VCG explains only part of the ga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2" sz="6600"/>
            </a:lvl1pPr>
          </a:lstStyle>
          <a:p>
            <a:pPr/>
            <a:r>
              <a:t>Derived VCG explains only part of the gap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2" name="The PTB cohort is small for six-class patient prediction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13657" indent="-413657">
              <a:defRPr spc="-38" sz="3800"/>
            </a:pPr>
            <a:r>
              <a:t>The PTB cohort is small for six-class patient prediction.</a:t>
            </a:r>
          </a:p>
          <a:p>
            <a:pPr marL="413657" indent="-413657">
              <a:defRPr spc="-38" sz="3800"/>
            </a:pPr>
            <a:r>
              <a:t>External labels, recording length and measured versus derived VCG differ.</a:t>
            </a:r>
          </a:p>
          <a:p>
            <a:pPr marL="413657" indent="-413657">
              <a:defRPr spc="-38" sz="3800"/>
            </a:pPr>
            <a:r>
              <a:t>Some external MI classes have very few patients.</a:t>
            </a:r>
          </a:p>
          <a:p>
            <a:pPr marL="413657" indent="-413657">
              <a:defRPr spc="-38" sz="3800"/>
            </a:pPr>
            <a:r>
              <a:t>Current results do not support diagnostic use or a state-of-the-art claim.</a:t>
            </a:r>
          </a:p>
        </p:txBody>
      </p:sp>
      <p:sp>
        <p:nvSpPr>
          <p:cNvPr id="253" name="Limits of the current 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2" sz="6600"/>
            </a:lvl1pPr>
          </a:lstStyle>
          <a:p>
            <a:pPr/>
            <a:r>
              <a:t>Limits of the current model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8" name="Build a compact 1D CNN/ResNet baseline on VCG signal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13657" indent="-413657">
              <a:defRPr spc="-38" sz="3800"/>
            </a:pPr>
            <a:r>
              <a:t>Build a compact 1D CNN/ResNet baseline on VCG signals.</a:t>
            </a:r>
          </a:p>
          <a:p>
            <a:pPr marL="413657" indent="-413657">
              <a:defRPr spc="-38" sz="3800"/>
            </a:pPr>
            <a:r>
              <a:t>Test a tensor-plus-learned-feature hybrid under the same patient folds.</a:t>
            </a:r>
          </a:p>
          <a:p>
            <a:pPr marL="413657" indent="-413657">
              <a:defRPr spc="-38" sz="3800"/>
            </a:pPr>
            <a:r>
              <a:t>Compare patient macro F1 with uncertainty and seek fresh external validation.</a:t>
            </a:r>
          </a:p>
          <a:p>
            <a:pPr marL="413657" indent="-413657">
              <a:defRPr spc="-38" sz="3800"/>
            </a:pPr>
            <a:r>
              <a:t>Guide decisions: confirm labels, endpoint, compute and validation plan.</a:t>
            </a:r>
          </a:p>
        </p:txBody>
      </p:sp>
      <p:sp>
        <p:nvSpPr>
          <p:cNvPr id="259" name="Next research phas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2" sz="6600"/>
            </a:lvl1pPr>
          </a:lstStyle>
          <a:p>
            <a:pPr/>
            <a:r>
              <a:t>Next research phase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8_Academy">
  <a:themeElements>
    <a:clrScheme name="28_Academy">
      <a:dk1>
        <a:srgbClr val="000000"/>
      </a:dk1>
      <a:lt1>
        <a:srgbClr val="000034"/>
      </a:lt1>
      <a:dk2>
        <a:srgbClr val="555952"/>
      </a:dk2>
      <a:lt2>
        <a:srgbClr val="D6DCCF"/>
      </a:lt2>
      <a:accent1>
        <a:srgbClr val="3B39E4"/>
      </a:accent1>
      <a:accent2>
        <a:srgbClr val="51C1FD"/>
      </a:accent2>
      <a:accent3>
        <a:srgbClr val="5EF7D2"/>
      </a:accent3>
      <a:accent4>
        <a:srgbClr val="BFF823"/>
      </a:accent4>
      <a:accent5>
        <a:srgbClr val="FFA728"/>
      </a:accent5>
      <a:accent6>
        <a:srgbClr val="FF5F52"/>
      </a:accent6>
      <a:hlink>
        <a:srgbClr val="0000FF"/>
      </a:hlink>
      <a:folHlink>
        <a:srgbClr val="FF00FF"/>
      </a:folHlink>
    </a:clrScheme>
    <a:fontScheme name="28_Academy">
      <a:majorFont>
        <a:latin typeface="Founders Grotesk Semibold"/>
        <a:ea typeface="Founders Grotesk Semibold"/>
        <a:cs typeface="Founders Grotesk Semibold"/>
      </a:majorFont>
      <a:minorFont>
        <a:latin typeface="Founders Grotesk Semibold"/>
        <a:ea typeface="Founders Grotesk Semibold"/>
        <a:cs typeface="Founders Grotesk Semibold"/>
      </a:minorFont>
    </a:fontScheme>
    <a:fmtScheme name="28_Academ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hueOff val="-42304"/>
            <a:satOff val="23749"/>
            <a:lumOff val="-45745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all" i="0" spc="156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Founders Grotesk Condensed"/>
            <a:ea typeface="Founders Grotesk Condensed"/>
            <a:cs typeface="Founders Grotesk Condensed"/>
            <a:sym typeface="Founders Grotesk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143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80000"/>
          </a:lnSpc>
          <a:spcBef>
            <a:spcPts val="3600"/>
          </a:spcBef>
          <a:spcAft>
            <a:spcPts val="0"/>
          </a:spcAft>
          <a:buClrTx/>
          <a:buSzTx/>
          <a:buFontTx/>
          <a:buNone/>
          <a:tabLst/>
          <a:defRPr b="0" baseline="0" cap="none" i="0" spc="-42" strike="noStrike" sz="4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Founders Grotesk Text"/>
            <a:ea typeface="Founders Grotesk Text"/>
            <a:cs typeface="Founders Grotesk Text"/>
            <a:sym typeface="Founders Grotesk Tex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8_Academy">
  <a:themeElements>
    <a:clrScheme name="28_Academy">
      <a:dk1>
        <a:srgbClr val="000000"/>
      </a:dk1>
      <a:lt1>
        <a:srgbClr val="FFFFFF"/>
      </a:lt1>
      <a:dk2>
        <a:srgbClr val="555952"/>
      </a:dk2>
      <a:lt2>
        <a:srgbClr val="D6DCCF"/>
      </a:lt2>
      <a:accent1>
        <a:srgbClr val="3B39E4"/>
      </a:accent1>
      <a:accent2>
        <a:srgbClr val="51C1FD"/>
      </a:accent2>
      <a:accent3>
        <a:srgbClr val="5EF7D2"/>
      </a:accent3>
      <a:accent4>
        <a:srgbClr val="BFF823"/>
      </a:accent4>
      <a:accent5>
        <a:srgbClr val="FFA728"/>
      </a:accent5>
      <a:accent6>
        <a:srgbClr val="FF5F52"/>
      </a:accent6>
      <a:hlink>
        <a:srgbClr val="0000FF"/>
      </a:hlink>
      <a:folHlink>
        <a:srgbClr val="FF00FF"/>
      </a:folHlink>
    </a:clrScheme>
    <a:fontScheme name="28_Academy">
      <a:majorFont>
        <a:latin typeface="Founders Grotesk Semibold"/>
        <a:ea typeface="Founders Grotesk Semibold"/>
        <a:cs typeface="Founders Grotesk Semibold"/>
      </a:majorFont>
      <a:minorFont>
        <a:latin typeface="Founders Grotesk Semibold"/>
        <a:ea typeface="Founders Grotesk Semibold"/>
        <a:cs typeface="Founders Grotesk Semibold"/>
      </a:minorFont>
    </a:fontScheme>
    <a:fmtScheme name="28_Academ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hueOff val="-42304"/>
            <a:satOff val="23749"/>
            <a:lumOff val="-45745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all" i="0" spc="156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Founders Grotesk Condensed"/>
            <a:ea typeface="Founders Grotesk Condensed"/>
            <a:cs typeface="Founders Grotesk Condensed"/>
            <a:sym typeface="Founders Grotesk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143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80000"/>
          </a:lnSpc>
          <a:spcBef>
            <a:spcPts val="3600"/>
          </a:spcBef>
          <a:spcAft>
            <a:spcPts val="0"/>
          </a:spcAft>
          <a:buClrTx/>
          <a:buSzTx/>
          <a:buFontTx/>
          <a:buNone/>
          <a:tabLst/>
          <a:defRPr b="0" baseline="0" cap="none" i="0" spc="-42" strike="noStrike" sz="4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Founders Grotesk Text"/>
            <a:ea typeface="Founders Grotesk Text"/>
            <a:cs typeface="Founders Grotesk Text"/>
            <a:sym typeface="Founders Grotesk Tex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